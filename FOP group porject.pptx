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0BD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11328" y="2865801"/>
            <a:ext cx="7322820" cy="2991485"/>
          </a:xfrm>
          <a:custGeom>
            <a:avLst/>
            <a:gdLst/>
            <a:ahLst/>
            <a:cxnLst/>
            <a:rect l="l" t="t" r="r" b="b"/>
            <a:pathLst>
              <a:path w="7322820" h="2991485">
                <a:moveTo>
                  <a:pt x="7322553" y="2991283"/>
                </a:moveTo>
                <a:lnTo>
                  <a:pt x="0" y="2991283"/>
                </a:lnTo>
                <a:lnTo>
                  <a:pt x="0" y="0"/>
                </a:lnTo>
                <a:lnTo>
                  <a:pt x="7322553" y="0"/>
                </a:lnTo>
                <a:lnTo>
                  <a:pt x="7322553" y="2991283"/>
                </a:lnTo>
                <a:close/>
              </a:path>
            </a:pathLst>
          </a:custGeom>
          <a:solidFill>
            <a:srgbClr val="FEF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26280" y="2780220"/>
            <a:ext cx="7288530" cy="2990850"/>
          </a:xfrm>
          <a:custGeom>
            <a:avLst/>
            <a:gdLst/>
            <a:ahLst/>
            <a:cxnLst/>
            <a:rect l="l" t="t" r="r" b="b"/>
            <a:pathLst>
              <a:path w="7288530" h="2990850">
                <a:moveTo>
                  <a:pt x="0" y="0"/>
                </a:moveTo>
                <a:lnTo>
                  <a:pt x="7288153" y="0"/>
                </a:lnTo>
                <a:lnTo>
                  <a:pt x="7288153" y="2990552"/>
                </a:lnTo>
                <a:lnTo>
                  <a:pt x="0" y="2990552"/>
                </a:lnTo>
                <a:lnTo>
                  <a:pt x="0" y="0"/>
                </a:lnTo>
                <a:close/>
              </a:path>
            </a:pathLst>
          </a:custGeom>
          <a:ln w="1142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6987" y="3590071"/>
            <a:ext cx="2019299" cy="145732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9673427" y="2865801"/>
            <a:ext cx="7322820" cy="2991485"/>
          </a:xfrm>
          <a:custGeom>
            <a:avLst/>
            <a:gdLst/>
            <a:ahLst/>
            <a:cxnLst/>
            <a:rect l="l" t="t" r="r" b="b"/>
            <a:pathLst>
              <a:path w="7322819" h="2991485">
                <a:moveTo>
                  <a:pt x="7322553" y="2991283"/>
                </a:moveTo>
                <a:lnTo>
                  <a:pt x="0" y="2991283"/>
                </a:lnTo>
                <a:lnTo>
                  <a:pt x="0" y="0"/>
                </a:lnTo>
                <a:lnTo>
                  <a:pt x="7322553" y="0"/>
                </a:lnTo>
                <a:lnTo>
                  <a:pt x="7322553" y="2991283"/>
                </a:lnTo>
                <a:close/>
              </a:path>
            </a:pathLst>
          </a:custGeom>
          <a:solidFill>
            <a:srgbClr val="FEF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788379" y="2780220"/>
            <a:ext cx="7288530" cy="2990850"/>
          </a:xfrm>
          <a:custGeom>
            <a:avLst/>
            <a:gdLst/>
            <a:ahLst/>
            <a:cxnLst/>
            <a:rect l="l" t="t" r="r" b="b"/>
            <a:pathLst>
              <a:path w="7288530" h="2990850">
                <a:moveTo>
                  <a:pt x="0" y="0"/>
                </a:moveTo>
                <a:lnTo>
                  <a:pt x="7288153" y="0"/>
                </a:lnTo>
                <a:lnTo>
                  <a:pt x="7288153" y="2990552"/>
                </a:lnTo>
                <a:lnTo>
                  <a:pt x="0" y="2990552"/>
                </a:lnTo>
                <a:lnTo>
                  <a:pt x="0" y="0"/>
                </a:lnTo>
                <a:close/>
              </a:path>
            </a:pathLst>
          </a:custGeom>
          <a:ln w="1142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61836" y="3588178"/>
            <a:ext cx="1704974" cy="1666874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211328" y="6264139"/>
            <a:ext cx="7322184" cy="2994660"/>
          </a:xfrm>
          <a:custGeom>
            <a:avLst/>
            <a:gdLst/>
            <a:ahLst/>
            <a:cxnLst/>
            <a:rect l="l" t="t" r="r" b="b"/>
            <a:pathLst>
              <a:path w="7322184" h="2994659">
                <a:moveTo>
                  <a:pt x="7321657" y="2994160"/>
                </a:moveTo>
                <a:lnTo>
                  <a:pt x="0" y="2994160"/>
                </a:lnTo>
                <a:lnTo>
                  <a:pt x="0" y="0"/>
                </a:lnTo>
                <a:lnTo>
                  <a:pt x="7321657" y="0"/>
                </a:lnTo>
                <a:lnTo>
                  <a:pt x="7321657" y="2994160"/>
                </a:lnTo>
                <a:close/>
              </a:path>
            </a:pathLst>
          </a:custGeom>
          <a:solidFill>
            <a:srgbClr val="FEF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326158" y="6178477"/>
            <a:ext cx="7286625" cy="2990850"/>
          </a:xfrm>
          <a:custGeom>
            <a:avLst/>
            <a:gdLst/>
            <a:ahLst/>
            <a:cxnLst/>
            <a:rect l="l" t="t" r="r" b="b"/>
            <a:pathLst>
              <a:path w="7286625" h="2990850">
                <a:moveTo>
                  <a:pt x="0" y="2990849"/>
                </a:moveTo>
                <a:lnTo>
                  <a:pt x="0" y="0"/>
                </a:lnTo>
                <a:lnTo>
                  <a:pt x="7286618" y="0"/>
                </a:lnTo>
              </a:path>
            </a:pathLst>
          </a:custGeom>
          <a:ln w="1142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673427" y="6264139"/>
            <a:ext cx="7322184" cy="2994660"/>
          </a:xfrm>
          <a:custGeom>
            <a:avLst/>
            <a:gdLst/>
            <a:ahLst/>
            <a:cxnLst/>
            <a:rect l="l" t="t" r="r" b="b"/>
            <a:pathLst>
              <a:path w="7322184" h="2994659">
                <a:moveTo>
                  <a:pt x="7321657" y="2994160"/>
                </a:moveTo>
                <a:lnTo>
                  <a:pt x="0" y="2994160"/>
                </a:lnTo>
                <a:lnTo>
                  <a:pt x="0" y="0"/>
                </a:lnTo>
                <a:lnTo>
                  <a:pt x="7321657" y="0"/>
                </a:lnTo>
                <a:lnTo>
                  <a:pt x="7321657" y="2994160"/>
                </a:lnTo>
                <a:close/>
              </a:path>
            </a:pathLst>
          </a:custGeom>
          <a:solidFill>
            <a:srgbClr val="FEF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9788257" y="6178477"/>
            <a:ext cx="7286625" cy="2990850"/>
          </a:xfrm>
          <a:custGeom>
            <a:avLst/>
            <a:gdLst/>
            <a:ahLst/>
            <a:cxnLst/>
            <a:rect l="l" t="t" r="r" b="b"/>
            <a:pathLst>
              <a:path w="7286625" h="2990850">
                <a:moveTo>
                  <a:pt x="0" y="2990849"/>
                </a:moveTo>
                <a:lnTo>
                  <a:pt x="0" y="0"/>
                </a:lnTo>
                <a:lnTo>
                  <a:pt x="7286618" y="0"/>
                </a:lnTo>
              </a:path>
            </a:pathLst>
          </a:custGeom>
          <a:ln w="1142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7558" y="6868802"/>
            <a:ext cx="1800224" cy="1695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612871" y="2710409"/>
            <a:ext cx="4623434" cy="586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392923"/>
            <a:ext cx="6275538" cy="28940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6493" y="2538010"/>
            <a:ext cx="15078074" cy="75914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6289" y="1092200"/>
            <a:ext cx="6555421" cy="116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56041" y="5005578"/>
            <a:ext cx="8643619" cy="3992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wipe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8874" y="4686300"/>
            <a:ext cx="28574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7" y="7048065"/>
            <a:ext cx="3238499" cy="3238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940246" cy="31401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940246" y="0"/>
            <a:ext cx="10820400" cy="10287000"/>
            <a:chOff x="2940376" y="0"/>
            <a:chExt cx="10820400" cy="102870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1201" y="0"/>
              <a:ext cx="238124" cy="4716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0376" y="0"/>
              <a:ext cx="10820399" cy="102869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857605" y="946862"/>
            <a:ext cx="2880995" cy="252539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65480">
              <a:lnSpc>
                <a:spcPct val="100000"/>
              </a:lnSpc>
              <a:spcBef>
                <a:spcPts val="1019"/>
              </a:spcBef>
            </a:pPr>
            <a:r>
              <a:rPr sz="4700" spc="80" dirty="0">
                <a:solidFill>
                  <a:srgbClr val="D9D9D9"/>
                </a:solidFill>
              </a:rPr>
              <a:t>FOP</a:t>
            </a:r>
            <a:endParaRPr sz="4700" dirty="0"/>
          </a:p>
          <a:p>
            <a:pPr marL="12700" marR="5080" indent="375920">
              <a:lnSpc>
                <a:spcPct val="116300"/>
              </a:lnSpc>
            </a:pPr>
            <a:r>
              <a:rPr sz="4700" spc="550" dirty="0">
                <a:solidFill>
                  <a:srgbClr val="D9D9D9"/>
                </a:solidFill>
              </a:rPr>
              <a:t>group </a:t>
            </a:r>
            <a:r>
              <a:rPr sz="4700" spc="830" dirty="0">
                <a:solidFill>
                  <a:srgbClr val="D9D9D9"/>
                </a:solidFill>
              </a:rPr>
              <a:t>p</a:t>
            </a:r>
            <a:r>
              <a:rPr lang="en-US" sz="4700" spc="830" dirty="0">
                <a:solidFill>
                  <a:srgbClr val="D9D9D9"/>
                </a:solidFill>
              </a:rPr>
              <a:t>ro</a:t>
            </a:r>
            <a:r>
              <a:rPr sz="4700" spc="830" dirty="0">
                <a:solidFill>
                  <a:srgbClr val="D9D9D9"/>
                </a:solidFill>
              </a:rPr>
              <a:t>ject</a:t>
            </a:r>
            <a:endParaRPr sz="4700" dirty="0"/>
          </a:p>
        </p:txBody>
      </p:sp>
      <p:sp>
        <p:nvSpPr>
          <p:cNvPr id="9" name="object 9"/>
          <p:cNvSpPr txBox="1"/>
          <p:nvPr/>
        </p:nvSpPr>
        <p:spPr>
          <a:xfrm>
            <a:off x="12406344" y="6354618"/>
            <a:ext cx="5068856" cy="3428696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515"/>
              </a:spcBef>
            </a:pPr>
            <a:r>
              <a:rPr lang="en-IN" sz="2150" spc="-25" dirty="0">
                <a:solidFill>
                  <a:srgbClr val="FEFADA"/>
                </a:solidFill>
                <a:latin typeface="Verdana"/>
                <a:cs typeface="Verdana"/>
              </a:rPr>
              <a:t>     Group 7</a:t>
            </a:r>
            <a:endParaRPr sz="2150" dirty="0">
              <a:latin typeface="Verdana"/>
              <a:cs typeface="Verdana"/>
            </a:endParaRPr>
          </a:p>
          <a:p>
            <a:pPr marL="506730" marR="5080" indent="706120" algn="r">
              <a:lnSpc>
                <a:spcPct val="116399"/>
              </a:lnSpc>
              <a:spcBef>
                <a:spcPts val="5"/>
              </a:spcBef>
            </a:pPr>
            <a:endParaRPr lang="en-IN" sz="2150" spc="-95" dirty="0">
              <a:solidFill>
                <a:srgbClr val="FEFADA"/>
              </a:solidFill>
              <a:latin typeface="Verdana"/>
              <a:cs typeface="Verdana"/>
            </a:endParaRPr>
          </a:p>
          <a:p>
            <a:pPr marL="506730" marR="5080" indent="706120" algn="r">
              <a:lnSpc>
                <a:spcPct val="116399"/>
              </a:lnSpc>
              <a:spcBef>
                <a:spcPts val="5"/>
              </a:spcBef>
            </a:pPr>
            <a:r>
              <a:rPr sz="2150" spc="-95" dirty="0" err="1">
                <a:solidFill>
                  <a:srgbClr val="FEFADA"/>
                </a:solidFill>
                <a:latin typeface="Verdana"/>
                <a:cs typeface="Verdana"/>
              </a:rPr>
              <a:t>Yajat</a:t>
            </a:r>
            <a:r>
              <a:rPr sz="2150" spc="-195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50" dirty="0" err="1">
                <a:solidFill>
                  <a:srgbClr val="FEFADA"/>
                </a:solidFill>
                <a:latin typeface="Verdana"/>
                <a:cs typeface="Verdana"/>
              </a:rPr>
              <a:t>Limaye</a:t>
            </a:r>
            <a:endParaRPr lang="en-IN" sz="2150" spc="-50" dirty="0">
              <a:solidFill>
                <a:srgbClr val="FEFADA"/>
              </a:solidFill>
              <a:latin typeface="Verdana"/>
              <a:cs typeface="Verdana"/>
            </a:endParaRPr>
          </a:p>
          <a:p>
            <a:pPr marL="506730" marR="5080" indent="706120" algn="r">
              <a:lnSpc>
                <a:spcPct val="116399"/>
              </a:lnSpc>
              <a:spcBef>
                <a:spcPts val="5"/>
              </a:spcBef>
            </a:pPr>
            <a:r>
              <a:rPr sz="2150" spc="-50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65" dirty="0">
                <a:solidFill>
                  <a:srgbClr val="FEFADA"/>
                </a:solidFill>
                <a:latin typeface="Verdana"/>
                <a:cs typeface="Verdana"/>
              </a:rPr>
              <a:t>Aasmi</a:t>
            </a:r>
            <a:r>
              <a:rPr sz="2150" spc="-190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20" dirty="0">
                <a:solidFill>
                  <a:srgbClr val="FEFADA"/>
                </a:solidFill>
                <a:latin typeface="Verdana"/>
                <a:cs typeface="Verdana"/>
              </a:rPr>
              <a:t>Jain </a:t>
            </a:r>
            <a:endParaRPr lang="en-IN" sz="2150" spc="-20" dirty="0">
              <a:solidFill>
                <a:srgbClr val="FEFADA"/>
              </a:solidFill>
              <a:latin typeface="Verdana"/>
              <a:cs typeface="Verdana"/>
            </a:endParaRPr>
          </a:p>
          <a:p>
            <a:pPr marL="506730" marR="5080" indent="706120" algn="r">
              <a:lnSpc>
                <a:spcPct val="116399"/>
              </a:lnSpc>
              <a:spcBef>
                <a:spcPts val="5"/>
              </a:spcBef>
            </a:pPr>
            <a:r>
              <a:rPr sz="2150" spc="-60" dirty="0" err="1">
                <a:solidFill>
                  <a:srgbClr val="FEFADA"/>
                </a:solidFill>
                <a:latin typeface="Verdana"/>
                <a:cs typeface="Verdana"/>
              </a:rPr>
              <a:t>Swanandi</a:t>
            </a:r>
            <a:r>
              <a:rPr sz="2150" spc="-155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55" dirty="0">
                <a:solidFill>
                  <a:srgbClr val="FEFADA"/>
                </a:solidFill>
                <a:latin typeface="Verdana"/>
                <a:cs typeface="Verdana"/>
              </a:rPr>
              <a:t>khokale</a:t>
            </a:r>
            <a:endParaRPr sz="2150" dirty="0">
              <a:latin typeface="Verdana"/>
              <a:cs typeface="Verdana"/>
            </a:endParaRPr>
          </a:p>
          <a:p>
            <a:pPr marL="35560" marR="5080" indent="1217930" algn="r">
              <a:lnSpc>
                <a:spcPct val="116399"/>
              </a:lnSpc>
            </a:pPr>
            <a:r>
              <a:rPr sz="2150" spc="-50" dirty="0">
                <a:solidFill>
                  <a:srgbClr val="FEFADA"/>
                </a:solidFill>
                <a:latin typeface="Verdana"/>
                <a:cs typeface="Verdana"/>
              </a:rPr>
              <a:t>Ankit</a:t>
            </a:r>
            <a:r>
              <a:rPr sz="2150" spc="-195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20" dirty="0" err="1">
                <a:solidFill>
                  <a:srgbClr val="FEFADA"/>
                </a:solidFill>
                <a:latin typeface="Verdana"/>
                <a:cs typeface="Verdana"/>
              </a:rPr>
              <a:t>Abhijit</a:t>
            </a:r>
            <a:endParaRPr lang="en-IN" sz="2150" spc="-20" dirty="0">
              <a:solidFill>
                <a:srgbClr val="FEFADA"/>
              </a:solidFill>
              <a:latin typeface="Verdana"/>
              <a:cs typeface="Verdana"/>
            </a:endParaRPr>
          </a:p>
          <a:p>
            <a:pPr marL="35560" marR="5080" indent="1217930" algn="r">
              <a:lnSpc>
                <a:spcPct val="116399"/>
              </a:lnSpc>
            </a:pPr>
            <a:r>
              <a:rPr sz="2150" spc="-20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30" dirty="0">
                <a:solidFill>
                  <a:srgbClr val="FEFADA"/>
                </a:solidFill>
                <a:latin typeface="Verdana"/>
                <a:cs typeface="Verdana"/>
              </a:rPr>
              <a:t>Nanda</a:t>
            </a:r>
            <a:r>
              <a:rPr sz="2150" spc="-185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50" dirty="0">
                <a:solidFill>
                  <a:srgbClr val="FEFADA"/>
                </a:solidFill>
                <a:latin typeface="Verdana"/>
                <a:cs typeface="Verdana"/>
              </a:rPr>
              <a:t>Krishna</a:t>
            </a:r>
            <a:r>
              <a:rPr sz="2150" spc="-185" dirty="0">
                <a:solidFill>
                  <a:srgbClr val="FEFADA"/>
                </a:solidFill>
                <a:latin typeface="Verdana"/>
                <a:cs typeface="Verdana"/>
              </a:rPr>
              <a:t> </a:t>
            </a:r>
            <a:r>
              <a:rPr sz="2150" spc="-20" dirty="0" err="1">
                <a:solidFill>
                  <a:srgbClr val="FEFADA"/>
                </a:solidFill>
                <a:latin typeface="Verdana"/>
                <a:cs typeface="Verdana"/>
              </a:rPr>
              <a:t>Koona</a:t>
            </a:r>
            <a:endParaRPr lang="en-IN" sz="2150" spc="-20" dirty="0">
              <a:solidFill>
                <a:srgbClr val="FEFADA"/>
              </a:solidFill>
              <a:latin typeface="Verdana"/>
              <a:cs typeface="Verdana"/>
            </a:endParaRPr>
          </a:p>
          <a:p>
            <a:pPr marL="35560" marR="5080" indent="1217930" algn="r">
              <a:lnSpc>
                <a:spcPct val="116399"/>
              </a:lnSpc>
            </a:pPr>
            <a:r>
              <a:rPr lang="en-IN" sz="2150" spc="-20" dirty="0">
                <a:solidFill>
                  <a:srgbClr val="FEFADA"/>
                </a:solidFill>
                <a:latin typeface="Verdana"/>
                <a:cs typeface="Verdana"/>
              </a:rPr>
              <a:t>Submitted to:</a:t>
            </a:r>
          </a:p>
          <a:p>
            <a:pPr marL="35560" marR="5080" indent="1217930" algn="r">
              <a:lnSpc>
                <a:spcPct val="116399"/>
              </a:lnSpc>
            </a:pPr>
            <a:r>
              <a:rPr lang="en-IN" sz="2150" spc="-20" dirty="0">
                <a:solidFill>
                  <a:srgbClr val="FEFADA"/>
                </a:solidFill>
                <a:latin typeface="Verdana"/>
                <a:cs typeface="Verdana"/>
              </a:rPr>
              <a:t>Mr . Nikhil </a:t>
            </a:r>
            <a:r>
              <a:rPr lang="en-IN" sz="2150" spc="-20" dirty="0" err="1">
                <a:solidFill>
                  <a:srgbClr val="FEFADA"/>
                </a:solidFill>
                <a:latin typeface="Verdana"/>
                <a:cs typeface="Verdana"/>
              </a:rPr>
              <a:t>Soniminde</a:t>
            </a:r>
            <a:endParaRPr sz="2150" dirty="0">
              <a:latin typeface="Verdana"/>
              <a:cs typeface="Verdana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38010"/>
            <a:ext cx="17316450" cy="7749540"/>
            <a:chOff x="0" y="2538010"/>
            <a:chExt cx="17316450" cy="77495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392923"/>
              <a:ext cx="6275538" cy="28940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3324608"/>
              <a:ext cx="16052165" cy="6097270"/>
            </a:xfrm>
            <a:custGeom>
              <a:avLst/>
              <a:gdLst/>
              <a:ahLst/>
              <a:cxnLst/>
              <a:rect l="l" t="t" r="r" b="b"/>
              <a:pathLst>
                <a:path w="16052165" h="6097270">
                  <a:moveTo>
                    <a:pt x="16051654" y="6096770"/>
                  </a:moveTo>
                  <a:lnTo>
                    <a:pt x="0" y="6096770"/>
                  </a:lnTo>
                  <a:lnTo>
                    <a:pt x="0" y="0"/>
                  </a:lnTo>
                  <a:lnTo>
                    <a:pt x="16051654" y="0"/>
                  </a:lnTo>
                  <a:lnTo>
                    <a:pt x="16051654" y="6096770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0523" y="3150181"/>
              <a:ext cx="15979140" cy="6096000"/>
            </a:xfrm>
            <a:custGeom>
              <a:avLst/>
              <a:gdLst/>
              <a:ahLst/>
              <a:cxnLst/>
              <a:rect l="l" t="t" r="r" b="b"/>
              <a:pathLst>
                <a:path w="15979140" h="6096000">
                  <a:moveTo>
                    <a:pt x="0" y="0"/>
                  </a:moveTo>
                  <a:lnTo>
                    <a:pt x="15978604" y="0"/>
                  </a:lnTo>
                  <a:lnTo>
                    <a:pt x="15978604" y="6095404"/>
                  </a:lnTo>
                  <a:lnTo>
                    <a:pt x="0" y="6095404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322" y="2538010"/>
              <a:ext cx="5295899" cy="12287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66271" y="1092200"/>
            <a:ext cx="1337881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1625" algn="l"/>
                <a:tab pos="6627495" algn="l"/>
                <a:tab pos="11690985" algn="l"/>
              </a:tabLst>
            </a:pPr>
            <a:r>
              <a:rPr spc="715" dirty="0">
                <a:solidFill>
                  <a:srgbClr val="FAD009"/>
                </a:solidFill>
              </a:rPr>
              <a:t>Here's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125" dirty="0">
                <a:solidFill>
                  <a:srgbClr val="FAD009"/>
                </a:solidFill>
              </a:rPr>
              <a:t>the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130" dirty="0">
                <a:solidFill>
                  <a:srgbClr val="FAD009"/>
                </a:solidFill>
              </a:rPr>
              <a:t>Mission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-409" dirty="0">
                <a:solidFill>
                  <a:srgbClr val="FAD009"/>
                </a:solidFill>
              </a:rPr>
              <a:t>007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48872" y="3976149"/>
            <a:ext cx="14025880" cy="255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700"/>
              </a:lnSpc>
              <a:spcBef>
                <a:spcPts val="95"/>
              </a:spcBef>
            </a:pPr>
            <a:r>
              <a:rPr sz="3550" spc="125" dirty="0">
                <a:latin typeface="Cambria"/>
                <a:cs typeface="Cambria"/>
              </a:rPr>
              <a:t>The</a:t>
            </a:r>
            <a:r>
              <a:rPr sz="3550" spc="35" dirty="0">
                <a:latin typeface="Cambria"/>
                <a:cs typeface="Cambria"/>
              </a:rPr>
              <a:t> </a:t>
            </a:r>
            <a:r>
              <a:rPr sz="3550" spc="245" dirty="0">
                <a:latin typeface="Cambria"/>
                <a:cs typeface="Cambria"/>
              </a:rPr>
              <a:t>mission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175" dirty="0">
                <a:latin typeface="Cambria"/>
                <a:cs typeface="Cambria"/>
              </a:rPr>
              <a:t>is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229" dirty="0">
                <a:latin typeface="Cambria"/>
                <a:cs typeface="Cambria"/>
              </a:rPr>
              <a:t>simple</a:t>
            </a:r>
            <a:r>
              <a:rPr sz="3550" spc="35" dirty="0">
                <a:latin typeface="Cambria"/>
                <a:cs typeface="Cambria"/>
              </a:rPr>
              <a:t> </a:t>
            </a:r>
            <a:r>
              <a:rPr sz="3550" spc="290" dirty="0">
                <a:latin typeface="Cambria"/>
                <a:cs typeface="Cambria"/>
              </a:rPr>
              <a:t>in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210" dirty="0">
                <a:latin typeface="Cambria"/>
                <a:cs typeface="Cambria"/>
              </a:rPr>
              <a:t>theory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200" dirty="0">
                <a:latin typeface="Cambria"/>
                <a:cs typeface="Cambria"/>
              </a:rPr>
              <a:t>yet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190" dirty="0">
                <a:latin typeface="Cambria"/>
                <a:cs typeface="Cambria"/>
              </a:rPr>
              <a:t>perilous</a:t>
            </a:r>
            <a:r>
              <a:rPr sz="3550" spc="35" dirty="0">
                <a:latin typeface="Cambria"/>
                <a:cs typeface="Cambria"/>
              </a:rPr>
              <a:t> </a:t>
            </a:r>
            <a:r>
              <a:rPr sz="3550" spc="290" dirty="0">
                <a:latin typeface="Cambria"/>
                <a:cs typeface="Cambria"/>
              </a:rPr>
              <a:t>in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210" dirty="0">
                <a:latin typeface="Cambria"/>
                <a:cs typeface="Cambria"/>
              </a:rPr>
              <a:t>execution:</a:t>
            </a:r>
            <a:r>
              <a:rPr sz="3550" spc="40" dirty="0">
                <a:latin typeface="Cambria"/>
                <a:cs typeface="Cambria"/>
              </a:rPr>
              <a:t> </a:t>
            </a:r>
            <a:r>
              <a:rPr sz="3550" spc="210" dirty="0">
                <a:latin typeface="Cambria"/>
                <a:cs typeface="Cambria"/>
              </a:rPr>
              <a:t>breach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54" dirty="0">
                <a:latin typeface="Cambria"/>
                <a:cs typeface="Cambria"/>
              </a:rPr>
              <a:t>account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195" dirty="0">
                <a:latin typeface="Cambria"/>
                <a:cs typeface="Cambria"/>
              </a:rPr>
              <a:t>by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190" dirty="0">
                <a:latin typeface="Cambria"/>
                <a:cs typeface="Cambria"/>
              </a:rPr>
              <a:t>correctly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254" dirty="0">
                <a:latin typeface="Cambria"/>
                <a:cs typeface="Cambria"/>
              </a:rPr>
              <a:t>deducing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185" dirty="0">
                <a:latin typeface="Cambria"/>
                <a:cs typeface="Cambria"/>
              </a:rPr>
              <a:t>password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330" dirty="0">
                <a:latin typeface="Cambria"/>
                <a:cs typeface="Cambria"/>
              </a:rPr>
              <a:t>from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35" dirty="0">
                <a:latin typeface="Cambria"/>
                <a:cs typeface="Cambria"/>
              </a:rPr>
              <a:t>hints </a:t>
            </a:r>
            <a:r>
              <a:rPr sz="3550" spc="200" dirty="0">
                <a:latin typeface="Cambria"/>
                <a:cs typeface="Cambria"/>
              </a:rPr>
              <a:t>supplied.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40" dirty="0">
                <a:latin typeface="Cambria"/>
                <a:cs typeface="Cambria"/>
              </a:rPr>
              <a:t>Crack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185" dirty="0">
                <a:latin typeface="Cambria"/>
                <a:cs typeface="Cambria"/>
              </a:rPr>
              <a:t>code,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85" dirty="0">
                <a:latin typeface="Cambria"/>
                <a:cs typeface="Cambria"/>
              </a:rPr>
              <a:t>and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10" dirty="0">
                <a:latin typeface="Cambria"/>
                <a:cs typeface="Cambria"/>
              </a:rPr>
              <a:t>you’re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54" dirty="0">
                <a:latin typeface="Cambria"/>
                <a:cs typeface="Cambria"/>
              </a:rPr>
              <a:t>in.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175" dirty="0">
                <a:latin typeface="Cambria"/>
                <a:cs typeface="Cambria"/>
              </a:rPr>
              <a:t>Miss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80" dirty="0">
                <a:latin typeface="Cambria"/>
                <a:cs typeface="Cambria"/>
              </a:rPr>
              <a:t>mark,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85" dirty="0">
                <a:latin typeface="Cambria"/>
                <a:cs typeface="Cambria"/>
              </a:rPr>
              <a:t>and</a:t>
            </a:r>
            <a:r>
              <a:rPr sz="3550" spc="45" dirty="0">
                <a:latin typeface="Cambria"/>
                <a:cs typeface="Cambria"/>
              </a:rPr>
              <a:t> </a:t>
            </a:r>
            <a:r>
              <a:rPr sz="3550" spc="200" dirty="0">
                <a:latin typeface="Cambria"/>
                <a:cs typeface="Cambria"/>
              </a:rPr>
              <a:t>the </a:t>
            </a:r>
            <a:r>
              <a:rPr sz="3550" spc="280" dirty="0">
                <a:latin typeface="Cambria"/>
                <a:cs typeface="Cambria"/>
              </a:rPr>
              <a:t>alarm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175" dirty="0">
                <a:latin typeface="Cambria"/>
                <a:cs typeface="Cambria"/>
              </a:rPr>
              <a:t>is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175" dirty="0">
                <a:latin typeface="Cambria"/>
                <a:cs typeface="Cambria"/>
              </a:rPr>
              <a:t>triggered—</a:t>
            </a:r>
            <a:r>
              <a:rPr sz="3550" spc="210" dirty="0">
                <a:latin typeface="Cambria"/>
                <a:cs typeface="Cambria"/>
              </a:rPr>
              <a:t>you’re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275" dirty="0">
                <a:latin typeface="Cambria"/>
                <a:cs typeface="Cambria"/>
              </a:rPr>
              <a:t>caught,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285" dirty="0">
                <a:latin typeface="Cambria"/>
                <a:cs typeface="Cambria"/>
              </a:rPr>
              <a:t>and</a:t>
            </a:r>
            <a:r>
              <a:rPr sz="3550" spc="50" dirty="0">
                <a:latin typeface="Cambria"/>
                <a:cs typeface="Cambria"/>
              </a:rPr>
              <a:t> </a:t>
            </a:r>
            <a:r>
              <a:rPr sz="3550" spc="225" dirty="0">
                <a:latin typeface="Cambria"/>
                <a:cs typeface="Cambria"/>
              </a:rPr>
              <a:t>the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315" dirty="0">
                <a:latin typeface="Cambria"/>
                <a:cs typeface="Cambria"/>
              </a:rPr>
              <a:t>game</a:t>
            </a:r>
            <a:r>
              <a:rPr sz="3550" spc="55" dirty="0">
                <a:latin typeface="Cambria"/>
                <a:cs typeface="Cambria"/>
              </a:rPr>
              <a:t> </a:t>
            </a:r>
            <a:r>
              <a:rPr sz="3550" spc="200" dirty="0">
                <a:latin typeface="Cambria"/>
                <a:cs typeface="Cambria"/>
              </a:rPr>
              <a:t>ends.</a:t>
            </a:r>
            <a:endParaRPr sz="3550">
              <a:latin typeface="Cambria"/>
              <a:cs typeface="Cambria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808087"/>
            <a:ext cx="18288000" cy="8479155"/>
            <a:chOff x="0" y="1808087"/>
            <a:chExt cx="18288000" cy="8479155"/>
          </a:xfrm>
        </p:grpSpPr>
        <p:sp>
          <p:nvSpPr>
            <p:cNvPr id="3" name="object 3"/>
            <p:cNvSpPr/>
            <p:nvPr/>
          </p:nvSpPr>
          <p:spPr>
            <a:xfrm>
              <a:off x="1207644" y="3150153"/>
              <a:ext cx="16052165" cy="6097270"/>
            </a:xfrm>
            <a:custGeom>
              <a:avLst/>
              <a:gdLst/>
              <a:ahLst/>
              <a:cxnLst/>
              <a:rect l="l" t="t" r="r" b="b"/>
              <a:pathLst>
                <a:path w="16052165" h="6097270">
                  <a:moveTo>
                    <a:pt x="0" y="0"/>
                  </a:moveTo>
                  <a:lnTo>
                    <a:pt x="16051654" y="0"/>
                  </a:lnTo>
                  <a:lnTo>
                    <a:pt x="16051654" y="6096770"/>
                  </a:lnTo>
                  <a:lnTo>
                    <a:pt x="0" y="6096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28871" y="3325948"/>
              <a:ext cx="15979140" cy="6096000"/>
            </a:xfrm>
            <a:custGeom>
              <a:avLst/>
              <a:gdLst/>
              <a:ahLst/>
              <a:cxnLst/>
              <a:rect l="l" t="t" r="r" b="b"/>
              <a:pathLst>
                <a:path w="15979140" h="6096000">
                  <a:moveTo>
                    <a:pt x="15978604" y="6095404"/>
                  </a:moveTo>
                  <a:lnTo>
                    <a:pt x="0" y="6095404"/>
                  </a:lnTo>
                  <a:lnTo>
                    <a:pt x="0" y="0"/>
                  </a:lnTo>
                  <a:lnTo>
                    <a:pt x="15978604" y="0"/>
                  </a:lnTo>
                  <a:lnTo>
                    <a:pt x="15978604" y="6095404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8198" y="1808087"/>
              <a:ext cx="2492020" cy="24920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73156" y="6124531"/>
              <a:ext cx="4114799" cy="41624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25382"/>
              <a:ext cx="4162424" cy="411479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144244" y="1092200"/>
            <a:ext cx="1582293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61505" algn="l"/>
                <a:tab pos="8740140" algn="l"/>
                <a:tab pos="11255375" algn="l"/>
              </a:tabLst>
            </a:pPr>
            <a:r>
              <a:rPr spc="1095" dirty="0">
                <a:solidFill>
                  <a:srgbClr val="FAD009"/>
                </a:solidFill>
              </a:rPr>
              <a:t>Objectives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285" dirty="0">
                <a:solidFill>
                  <a:srgbClr val="FAD009"/>
                </a:solidFill>
              </a:rPr>
              <a:t>of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125" dirty="0">
                <a:solidFill>
                  <a:srgbClr val="FAD009"/>
                </a:solidFill>
              </a:rPr>
              <a:t>the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325" dirty="0">
                <a:solidFill>
                  <a:srgbClr val="FAD009"/>
                </a:solidFill>
              </a:rPr>
              <a:t>project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92005" y="4145283"/>
            <a:ext cx="13305155" cy="326390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55"/>
              </a:spcBef>
              <a:buChar char="•"/>
              <a:tabLst>
                <a:tab pos="378460" algn="l"/>
              </a:tabLst>
            </a:pPr>
            <a:r>
              <a:rPr sz="4600" dirty="0">
                <a:latin typeface="Arial"/>
                <a:cs typeface="Arial"/>
              </a:rPr>
              <a:t>Understanding</a:t>
            </a:r>
            <a:r>
              <a:rPr sz="4600" spc="-165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string</a:t>
            </a:r>
            <a:r>
              <a:rPr sz="4600" spc="-165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handling</a:t>
            </a:r>
            <a:r>
              <a:rPr sz="4600" spc="-160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in</a:t>
            </a:r>
            <a:r>
              <a:rPr sz="4600" spc="-165" dirty="0">
                <a:latin typeface="Arial"/>
                <a:cs typeface="Arial"/>
              </a:rPr>
              <a:t> </a:t>
            </a:r>
            <a:r>
              <a:rPr sz="4600" spc="-50" dirty="0">
                <a:latin typeface="Arial"/>
                <a:cs typeface="Arial"/>
              </a:rPr>
              <a:t>C</a:t>
            </a:r>
            <a:endParaRPr sz="46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55"/>
              </a:spcBef>
              <a:buChar char="•"/>
              <a:tabLst>
                <a:tab pos="378460" algn="l"/>
              </a:tabLst>
            </a:pPr>
            <a:r>
              <a:rPr sz="4600" dirty="0">
                <a:latin typeface="Arial"/>
                <a:cs typeface="Arial"/>
              </a:rPr>
              <a:t>Using</a:t>
            </a:r>
            <a:r>
              <a:rPr sz="4600" spc="-145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loops</a:t>
            </a:r>
            <a:r>
              <a:rPr sz="4600" spc="-145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and</a:t>
            </a:r>
            <a:r>
              <a:rPr sz="4600" spc="-140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conditional</a:t>
            </a:r>
            <a:r>
              <a:rPr sz="4600" spc="-145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statements</a:t>
            </a:r>
            <a:r>
              <a:rPr sz="4600" spc="-140" dirty="0">
                <a:latin typeface="Arial"/>
                <a:cs typeface="Arial"/>
              </a:rPr>
              <a:t> </a:t>
            </a:r>
            <a:r>
              <a:rPr sz="4600" spc="-10" dirty="0">
                <a:latin typeface="Arial"/>
                <a:cs typeface="Arial"/>
              </a:rPr>
              <a:t>effectively</a:t>
            </a:r>
            <a:endParaRPr sz="46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55"/>
              </a:spcBef>
              <a:buChar char="•"/>
              <a:tabLst>
                <a:tab pos="378460" algn="l"/>
              </a:tabLst>
            </a:pPr>
            <a:r>
              <a:rPr sz="4600" dirty="0">
                <a:latin typeface="Arial"/>
                <a:cs typeface="Arial"/>
              </a:rPr>
              <a:t>Implementing</a:t>
            </a:r>
            <a:r>
              <a:rPr sz="4600" spc="-170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basic</a:t>
            </a:r>
            <a:r>
              <a:rPr sz="4600" spc="-170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game</a:t>
            </a:r>
            <a:r>
              <a:rPr sz="4600" spc="-170" dirty="0">
                <a:latin typeface="Arial"/>
                <a:cs typeface="Arial"/>
              </a:rPr>
              <a:t> </a:t>
            </a:r>
            <a:r>
              <a:rPr sz="4600" spc="-10" dirty="0">
                <a:latin typeface="Arial"/>
                <a:cs typeface="Arial"/>
              </a:rPr>
              <a:t>logic</a:t>
            </a:r>
            <a:endParaRPr sz="46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55"/>
              </a:spcBef>
              <a:buChar char="•"/>
              <a:tabLst>
                <a:tab pos="378460" algn="l"/>
              </a:tabLst>
            </a:pPr>
            <a:r>
              <a:rPr sz="4600" dirty="0">
                <a:latin typeface="Arial"/>
                <a:cs typeface="Arial"/>
              </a:rPr>
              <a:t>Practicing</a:t>
            </a:r>
            <a:r>
              <a:rPr sz="4600" spc="-114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user</a:t>
            </a:r>
            <a:r>
              <a:rPr sz="4600" spc="-110" dirty="0">
                <a:latin typeface="Arial"/>
                <a:cs typeface="Arial"/>
              </a:rPr>
              <a:t> </a:t>
            </a:r>
            <a:r>
              <a:rPr sz="4600" dirty="0">
                <a:latin typeface="Arial"/>
                <a:cs typeface="Arial"/>
              </a:rPr>
              <a:t>input</a:t>
            </a:r>
            <a:r>
              <a:rPr sz="4600" spc="-114" dirty="0">
                <a:latin typeface="Arial"/>
                <a:cs typeface="Arial"/>
              </a:rPr>
              <a:t> </a:t>
            </a:r>
            <a:r>
              <a:rPr sz="4600" spc="-10" dirty="0">
                <a:latin typeface="Arial"/>
                <a:cs typeface="Arial"/>
              </a:rPr>
              <a:t>validation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00095" algn="l"/>
              </a:tabLst>
            </a:pPr>
            <a:r>
              <a:rPr spc="-20" dirty="0"/>
              <a:t>GAME</a:t>
            </a:r>
            <a:r>
              <a:rPr dirty="0"/>
              <a:t>	</a:t>
            </a:r>
            <a:r>
              <a:rPr spc="215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3712" y="3294702"/>
            <a:ext cx="4224655" cy="1882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95"/>
              </a:spcBef>
            </a:pPr>
            <a:r>
              <a:rPr sz="3500" spc="180" dirty="0">
                <a:latin typeface="Cambria"/>
                <a:cs typeface="Cambria"/>
              </a:rPr>
              <a:t>Then</a:t>
            </a:r>
            <a:r>
              <a:rPr sz="3500" spc="35" dirty="0">
                <a:latin typeface="Cambria"/>
                <a:cs typeface="Cambria"/>
              </a:rPr>
              <a:t> </a:t>
            </a:r>
            <a:r>
              <a:rPr sz="3500" spc="220" dirty="0">
                <a:latin typeface="Cambria"/>
                <a:cs typeface="Cambria"/>
              </a:rPr>
              <a:t>the</a:t>
            </a:r>
            <a:r>
              <a:rPr sz="3500" spc="40" dirty="0">
                <a:latin typeface="Cambria"/>
                <a:cs typeface="Cambria"/>
              </a:rPr>
              <a:t> </a:t>
            </a:r>
            <a:r>
              <a:rPr sz="3500" spc="229" dirty="0">
                <a:latin typeface="Cambria"/>
                <a:cs typeface="Cambria"/>
              </a:rPr>
              <a:t>program </a:t>
            </a:r>
            <a:r>
              <a:rPr sz="3500" spc="215" dirty="0">
                <a:latin typeface="Cambria"/>
                <a:cs typeface="Cambria"/>
              </a:rPr>
              <a:t>compares</a:t>
            </a:r>
            <a:r>
              <a:rPr sz="3500" spc="35" dirty="0">
                <a:latin typeface="Cambria"/>
                <a:cs typeface="Cambria"/>
              </a:rPr>
              <a:t> </a:t>
            </a:r>
            <a:r>
              <a:rPr sz="3500" spc="220" dirty="0">
                <a:latin typeface="Cambria"/>
                <a:cs typeface="Cambria"/>
              </a:rPr>
              <a:t>the</a:t>
            </a:r>
            <a:r>
              <a:rPr sz="3500" spc="40" dirty="0">
                <a:latin typeface="Cambria"/>
                <a:cs typeface="Cambria"/>
              </a:rPr>
              <a:t> </a:t>
            </a:r>
            <a:r>
              <a:rPr sz="3500" spc="195" dirty="0">
                <a:latin typeface="Cambria"/>
                <a:cs typeface="Cambria"/>
              </a:rPr>
              <a:t>guess </a:t>
            </a:r>
            <a:r>
              <a:rPr sz="3500" spc="225" dirty="0">
                <a:latin typeface="Cambria"/>
                <a:cs typeface="Cambria"/>
              </a:rPr>
              <a:t>with</a:t>
            </a:r>
            <a:r>
              <a:rPr sz="3500" spc="30" dirty="0">
                <a:latin typeface="Cambria"/>
                <a:cs typeface="Cambria"/>
              </a:rPr>
              <a:t> </a:t>
            </a:r>
            <a:r>
              <a:rPr sz="3500" spc="220" dirty="0">
                <a:latin typeface="Cambria"/>
                <a:cs typeface="Cambria"/>
              </a:rPr>
              <a:t>the</a:t>
            </a:r>
            <a:r>
              <a:rPr sz="3500" spc="35" dirty="0">
                <a:latin typeface="Cambria"/>
                <a:cs typeface="Cambria"/>
              </a:rPr>
              <a:t> </a:t>
            </a:r>
            <a:r>
              <a:rPr sz="3500" spc="160" dirty="0">
                <a:latin typeface="Cambria"/>
                <a:cs typeface="Cambria"/>
              </a:rPr>
              <a:t>password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8100" indent="-635" algn="ctr">
              <a:lnSpc>
                <a:spcPct val="117200"/>
              </a:lnSpc>
              <a:spcBef>
                <a:spcPts val="95"/>
              </a:spcBef>
              <a:tabLst>
                <a:tab pos="1496060" algn="l"/>
              </a:tabLst>
            </a:pPr>
            <a:r>
              <a:rPr spc="125" dirty="0"/>
              <a:t>The</a:t>
            </a:r>
            <a:r>
              <a:rPr spc="55" dirty="0"/>
              <a:t> </a:t>
            </a:r>
            <a:r>
              <a:rPr spc="170" dirty="0"/>
              <a:t>secret</a:t>
            </a:r>
            <a:r>
              <a:rPr spc="60" dirty="0"/>
              <a:t> </a:t>
            </a:r>
            <a:r>
              <a:rPr spc="180" dirty="0"/>
              <a:t>password</a:t>
            </a:r>
            <a:r>
              <a:rPr spc="60" dirty="0"/>
              <a:t> </a:t>
            </a:r>
            <a:r>
              <a:rPr spc="150" dirty="0"/>
              <a:t>is </a:t>
            </a:r>
            <a:r>
              <a:rPr spc="155" dirty="0"/>
              <a:t>stored</a:t>
            </a:r>
            <a:r>
              <a:rPr dirty="0"/>
              <a:t>	</a:t>
            </a:r>
            <a:r>
              <a:rPr spc="280" dirty="0"/>
              <a:t>in</a:t>
            </a:r>
            <a:r>
              <a:rPr spc="35" dirty="0"/>
              <a:t> </a:t>
            </a:r>
            <a:r>
              <a:rPr spc="220" dirty="0"/>
              <a:t>the</a:t>
            </a:r>
            <a:r>
              <a:rPr spc="40" dirty="0"/>
              <a:t> </a:t>
            </a:r>
            <a:r>
              <a:rPr spc="235" dirty="0"/>
              <a:t>program </a:t>
            </a:r>
            <a:r>
              <a:rPr spc="275" dirty="0"/>
              <a:t>and</a:t>
            </a:r>
            <a:r>
              <a:rPr spc="40" dirty="0"/>
              <a:t> </a:t>
            </a:r>
            <a:r>
              <a:rPr spc="220" dirty="0"/>
              <a:t>the</a:t>
            </a:r>
            <a:r>
              <a:rPr spc="45" dirty="0"/>
              <a:t> </a:t>
            </a:r>
            <a:r>
              <a:rPr spc="195" dirty="0"/>
              <a:t>user</a:t>
            </a:r>
            <a:r>
              <a:rPr spc="40" dirty="0"/>
              <a:t> </a:t>
            </a:r>
            <a:r>
              <a:rPr spc="150" dirty="0"/>
              <a:t>is </a:t>
            </a:r>
            <a:r>
              <a:rPr spc="215" dirty="0"/>
              <a:t>prompted</a:t>
            </a:r>
            <a:r>
              <a:rPr spc="50" dirty="0"/>
              <a:t> </a:t>
            </a:r>
            <a:r>
              <a:rPr spc="165" dirty="0"/>
              <a:t>to</a:t>
            </a:r>
            <a:r>
              <a:rPr spc="50" dirty="0"/>
              <a:t> </a:t>
            </a:r>
            <a:r>
              <a:rPr spc="200" dirty="0"/>
              <a:t>enter</a:t>
            </a:r>
            <a:r>
              <a:rPr spc="50" dirty="0"/>
              <a:t> </a:t>
            </a:r>
            <a:r>
              <a:rPr spc="204" dirty="0"/>
              <a:t>a </a:t>
            </a:r>
            <a:r>
              <a:rPr spc="200" dirty="0"/>
              <a:t>guess</a:t>
            </a:r>
          </a:p>
          <a:p>
            <a:pPr>
              <a:lnSpc>
                <a:spcPct val="100000"/>
              </a:lnSpc>
            </a:pPr>
            <a:endParaRPr spc="200" dirty="0"/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pc="200" dirty="0"/>
          </a:p>
          <a:p>
            <a:pPr marL="290830" marR="5080" indent="-635" algn="ctr">
              <a:lnSpc>
                <a:spcPct val="116100"/>
              </a:lnSpc>
            </a:pPr>
            <a:r>
              <a:rPr sz="3500" spc="335" dirty="0"/>
              <a:t>Game</a:t>
            </a:r>
            <a:r>
              <a:rPr sz="3500" spc="30" dirty="0"/>
              <a:t> </a:t>
            </a:r>
            <a:r>
              <a:rPr sz="3500" spc="210" dirty="0"/>
              <a:t>ends</a:t>
            </a:r>
            <a:r>
              <a:rPr sz="3500" spc="30" dirty="0"/>
              <a:t> </a:t>
            </a:r>
            <a:r>
              <a:rPr sz="3500" spc="235" dirty="0"/>
              <a:t>when </a:t>
            </a:r>
            <a:r>
              <a:rPr sz="3500" spc="170" dirty="0"/>
              <a:t>password</a:t>
            </a:r>
            <a:r>
              <a:rPr sz="3500" spc="45" dirty="0"/>
              <a:t> </a:t>
            </a:r>
            <a:r>
              <a:rPr sz="3500" spc="160" dirty="0"/>
              <a:t>is</a:t>
            </a:r>
            <a:r>
              <a:rPr sz="3500" spc="50" dirty="0"/>
              <a:t> </a:t>
            </a:r>
            <a:r>
              <a:rPr sz="3500" spc="185" dirty="0"/>
              <a:t>guessed </a:t>
            </a:r>
            <a:r>
              <a:rPr sz="3500" spc="145" dirty="0"/>
              <a:t>or</a:t>
            </a:r>
            <a:r>
              <a:rPr sz="3500" spc="45" dirty="0"/>
              <a:t> </a:t>
            </a:r>
            <a:r>
              <a:rPr sz="3500" spc="215" dirty="0"/>
              <a:t>attempts</a:t>
            </a:r>
            <a:r>
              <a:rPr sz="3500" spc="45" dirty="0"/>
              <a:t> </a:t>
            </a:r>
            <a:r>
              <a:rPr sz="3500" spc="285" dirty="0"/>
              <a:t>run</a:t>
            </a:r>
            <a:r>
              <a:rPr sz="3500" spc="50" dirty="0"/>
              <a:t> </a:t>
            </a:r>
            <a:r>
              <a:rPr sz="3500" spc="185" dirty="0"/>
              <a:t>out</a:t>
            </a:r>
            <a:endParaRPr sz="3500"/>
          </a:p>
        </p:txBody>
      </p:sp>
      <p:sp>
        <p:nvSpPr>
          <p:cNvPr id="5" name="object 5"/>
          <p:cNvSpPr txBox="1"/>
          <p:nvPr/>
        </p:nvSpPr>
        <p:spPr>
          <a:xfrm>
            <a:off x="10564630" y="7028792"/>
            <a:ext cx="3822700" cy="11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5080" indent="-8255">
              <a:lnSpc>
                <a:spcPct val="115500"/>
              </a:lnSpc>
              <a:spcBef>
                <a:spcPts val="100"/>
              </a:spcBef>
            </a:pPr>
            <a:r>
              <a:rPr sz="3300" spc="240" dirty="0">
                <a:latin typeface="Cambria"/>
                <a:cs typeface="Cambria"/>
              </a:rPr>
              <a:t>Hints</a:t>
            </a:r>
            <a:r>
              <a:rPr sz="3300" spc="35" dirty="0">
                <a:latin typeface="Cambria"/>
                <a:cs typeface="Cambria"/>
              </a:rPr>
              <a:t> </a:t>
            </a:r>
            <a:r>
              <a:rPr sz="3300" spc="175" dirty="0">
                <a:latin typeface="Cambria"/>
                <a:cs typeface="Cambria"/>
              </a:rPr>
              <a:t>are</a:t>
            </a:r>
            <a:r>
              <a:rPr sz="3300" spc="40" dirty="0">
                <a:latin typeface="Cambria"/>
                <a:cs typeface="Cambria"/>
              </a:rPr>
              <a:t> </a:t>
            </a:r>
            <a:r>
              <a:rPr sz="3300" spc="225" dirty="0">
                <a:latin typeface="Cambria"/>
                <a:cs typeface="Cambria"/>
              </a:rPr>
              <a:t>given</a:t>
            </a:r>
            <a:r>
              <a:rPr sz="3300" spc="35" dirty="0">
                <a:latin typeface="Cambria"/>
                <a:cs typeface="Cambria"/>
              </a:rPr>
              <a:t> </a:t>
            </a:r>
            <a:r>
              <a:rPr sz="3300" spc="220" dirty="0">
                <a:latin typeface="Cambria"/>
                <a:cs typeface="Cambria"/>
              </a:rPr>
              <a:t>for </a:t>
            </a:r>
            <a:r>
              <a:rPr sz="3300" spc="195" dirty="0">
                <a:latin typeface="Cambria"/>
                <a:cs typeface="Cambria"/>
              </a:rPr>
              <a:t>incorrect</a:t>
            </a:r>
            <a:r>
              <a:rPr sz="3300" spc="45" dirty="0">
                <a:latin typeface="Cambria"/>
                <a:cs typeface="Cambria"/>
              </a:rPr>
              <a:t> </a:t>
            </a:r>
            <a:r>
              <a:rPr sz="3300" spc="204" dirty="0">
                <a:latin typeface="Cambria"/>
                <a:cs typeface="Cambria"/>
              </a:rPr>
              <a:t>attempts</a:t>
            </a:r>
            <a:endParaRPr sz="33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008087" y="6655244"/>
            <a:ext cx="1368425" cy="1320165"/>
            <a:chOff x="15008087" y="6655244"/>
            <a:chExt cx="1368425" cy="1320165"/>
          </a:xfrm>
        </p:grpSpPr>
        <p:sp>
          <p:nvSpPr>
            <p:cNvPr id="7" name="object 7"/>
            <p:cNvSpPr/>
            <p:nvPr/>
          </p:nvSpPr>
          <p:spPr>
            <a:xfrm>
              <a:off x="15008087" y="6669753"/>
              <a:ext cx="1243965" cy="1243965"/>
            </a:xfrm>
            <a:custGeom>
              <a:avLst/>
              <a:gdLst/>
              <a:ahLst/>
              <a:cxnLst/>
              <a:rect l="l" t="t" r="r" b="b"/>
              <a:pathLst>
                <a:path w="1243965" h="1243965">
                  <a:moveTo>
                    <a:pt x="621733" y="1243468"/>
                  </a:moveTo>
                  <a:lnTo>
                    <a:pt x="573145" y="1241597"/>
                  </a:lnTo>
                  <a:lnTo>
                    <a:pt x="525580" y="1236078"/>
                  </a:lnTo>
                  <a:lnTo>
                    <a:pt x="479176" y="1227048"/>
                  </a:lnTo>
                  <a:lnTo>
                    <a:pt x="434071" y="1214645"/>
                  </a:lnTo>
                  <a:lnTo>
                    <a:pt x="390403" y="1199008"/>
                  </a:lnTo>
                  <a:lnTo>
                    <a:pt x="348311" y="1180274"/>
                  </a:lnTo>
                  <a:lnTo>
                    <a:pt x="307933" y="1158583"/>
                  </a:lnTo>
                  <a:lnTo>
                    <a:pt x="269407" y="1134072"/>
                  </a:lnTo>
                  <a:lnTo>
                    <a:pt x="232871" y="1106880"/>
                  </a:lnTo>
                  <a:lnTo>
                    <a:pt x="198464" y="1077145"/>
                  </a:lnTo>
                  <a:lnTo>
                    <a:pt x="166323" y="1045004"/>
                  </a:lnTo>
                  <a:lnTo>
                    <a:pt x="136588" y="1010597"/>
                  </a:lnTo>
                  <a:lnTo>
                    <a:pt x="109395" y="974061"/>
                  </a:lnTo>
                  <a:lnTo>
                    <a:pt x="84885" y="935535"/>
                  </a:lnTo>
                  <a:lnTo>
                    <a:pt x="63193" y="895157"/>
                  </a:lnTo>
                  <a:lnTo>
                    <a:pt x="44460" y="853065"/>
                  </a:lnTo>
                  <a:lnTo>
                    <a:pt x="28823" y="809397"/>
                  </a:lnTo>
                  <a:lnTo>
                    <a:pt x="16420" y="764292"/>
                  </a:lnTo>
                  <a:lnTo>
                    <a:pt x="7390" y="717888"/>
                  </a:lnTo>
                  <a:lnTo>
                    <a:pt x="1870" y="670322"/>
                  </a:lnTo>
                  <a:lnTo>
                    <a:pt x="0" y="621734"/>
                  </a:lnTo>
                  <a:lnTo>
                    <a:pt x="1870" y="573146"/>
                  </a:lnTo>
                  <a:lnTo>
                    <a:pt x="7390" y="525581"/>
                  </a:lnTo>
                  <a:lnTo>
                    <a:pt x="16420" y="479176"/>
                  </a:lnTo>
                  <a:lnTo>
                    <a:pt x="28823" y="434071"/>
                  </a:lnTo>
                  <a:lnTo>
                    <a:pt x="44460" y="390403"/>
                  </a:lnTo>
                  <a:lnTo>
                    <a:pt x="63193" y="348311"/>
                  </a:lnTo>
                  <a:lnTo>
                    <a:pt x="84885" y="307933"/>
                  </a:lnTo>
                  <a:lnTo>
                    <a:pt x="109395" y="269407"/>
                  </a:lnTo>
                  <a:lnTo>
                    <a:pt x="136588" y="232871"/>
                  </a:lnTo>
                  <a:lnTo>
                    <a:pt x="166323" y="198463"/>
                  </a:lnTo>
                  <a:lnTo>
                    <a:pt x="198464" y="166323"/>
                  </a:lnTo>
                  <a:lnTo>
                    <a:pt x="232871" y="136588"/>
                  </a:lnTo>
                  <a:lnTo>
                    <a:pt x="269407" y="109395"/>
                  </a:lnTo>
                  <a:lnTo>
                    <a:pt x="307933" y="84884"/>
                  </a:lnTo>
                  <a:lnTo>
                    <a:pt x="348311" y="63193"/>
                  </a:lnTo>
                  <a:lnTo>
                    <a:pt x="390403" y="44460"/>
                  </a:lnTo>
                  <a:lnTo>
                    <a:pt x="434071" y="28823"/>
                  </a:lnTo>
                  <a:lnTo>
                    <a:pt x="479176" y="16420"/>
                  </a:lnTo>
                  <a:lnTo>
                    <a:pt x="525580" y="7390"/>
                  </a:lnTo>
                  <a:lnTo>
                    <a:pt x="573145" y="1870"/>
                  </a:lnTo>
                  <a:lnTo>
                    <a:pt x="621733" y="0"/>
                  </a:lnTo>
                  <a:lnTo>
                    <a:pt x="670322" y="1870"/>
                  </a:lnTo>
                  <a:lnTo>
                    <a:pt x="717887" y="7390"/>
                  </a:lnTo>
                  <a:lnTo>
                    <a:pt x="764291" y="16420"/>
                  </a:lnTo>
                  <a:lnTo>
                    <a:pt x="809397" y="28823"/>
                  </a:lnTo>
                  <a:lnTo>
                    <a:pt x="853065" y="44460"/>
                  </a:lnTo>
                  <a:lnTo>
                    <a:pt x="895157" y="63193"/>
                  </a:lnTo>
                  <a:lnTo>
                    <a:pt x="935535" y="84884"/>
                  </a:lnTo>
                  <a:lnTo>
                    <a:pt x="974061" y="109395"/>
                  </a:lnTo>
                  <a:lnTo>
                    <a:pt x="1010597" y="136588"/>
                  </a:lnTo>
                  <a:lnTo>
                    <a:pt x="1045004" y="166323"/>
                  </a:lnTo>
                  <a:lnTo>
                    <a:pt x="1077145" y="198463"/>
                  </a:lnTo>
                  <a:lnTo>
                    <a:pt x="1106881" y="232871"/>
                  </a:lnTo>
                  <a:lnTo>
                    <a:pt x="1134073" y="269407"/>
                  </a:lnTo>
                  <a:lnTo>
                    <a:pt x="1158584" y="307933"/>
                  </a:lnTo>
                  <a:lnTo>
                    <a:pt x="1180275" y="348311"/>
                  </a:lnTo>
                  <a:lnTo>
                    <a:pt x="1199008" y="390403"/>
                  </a:lnTo>
                  <a:lnTo>
                    <a:pt x="1214646" y="434071"/>
                  </a:lnTo>
                  <a:lnTo>
                    <a:pt x="1227048" y="479176"/>
                  </a:lnTo>
                  <a:lnTo>
                    <a:pt x="1236079" y="525581"/>
                  </a:lnTo>
                  <a:lnTo>
                    <a:pt x="1241598" y="573146"/>
                  </a:lnTo>
                  <a:lnTo>
                    <a:pt x="1243469" y="621734"/>
                  </a:lnTo>
                  <a:lnTo>
                    <a:pt x="1241598" y="670322"/>
                  </a:lnTo>
                  <a:lnTo>
                    <a:pt x="1236079" y="717888"/>
                  </a:lnTo>
                  <a:lnTo>
                    <a:pt x="1227048" y="764292"/>
                  </a:lnTo>
                  <a:lnTo>
                    <a:pt x="1214646" y="809397"/>
                  </a:lnTo>
                  <a:lnTo>
                    <a:pt x="1199008" y="853065"/>
                  </a:lnTo>
                  <a:lnTo>
                    <a:pt x="1180275" y="895157"/>
                  </a:lnTo>
                  <a:lnTo>
                    <a:pt x="1158584" y="935535"/>
                  </a:lnTo>
                  <a:lnTo>
                    <a:pt x="1134073" y="974061"/>
                  </a:lnTo>
                  <a:lnTo>
                    <a:pt x="1106881" y="1010597"/>
                  </a:lnTo>
                  <a:lnTo>
                    <a:pt x="1077145" y="1045004"/>
                  </a:lnTo>
                  <a:lnTo>
                    <a:pt x="1045004" y="1077145"/>
                  </a:lnTo>
                  <a:lnTo>
                    <a:pt x="1010597" y="1106880"/>
                  </a:lnTo>
                  <a:lnTo>
                    <a:pt x="974061" y="1134072"/>
                  </a:lnTo>
                  <a:lnTo>
                    <a:pt x="935535" y="1158583"/>
                  </a:lnTo>
                  <a:lnTo>
                    <a:pt x="895157" y="1180274"/>
                  </a:lnTo>
                  <a:lnTo>
                    <a:pt x="853065" y="1199008"/>
                  </a:lnTo>
                  <a:lnTo>
                    <a:pt x="809397" y="1214645"/>
                  </a:lnTo>
                  <a:lnTo>
                    <a:pt x="764291" y="1227048"/>
                  </a:lnTo>
                  <a:lnTo>
                    <a:pt x="717887" y="1236078"/>
                  </a:lnTo>
                  <a:lnTo>
                    <a:pt x="670322" y="1241597"/>
                  </a:lnTo>
                  <a:lnTo>
                    <a:pt x="621733" y="1243468"/>
                  </a:lnTo>
                  <a:close/>
                </a:path>
              </a:pathLst>
            </a:custGeom>
            <a:solidFill>
              <a:srgbClr val="5BC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94592" y="6693344"/>
              <a:ext cx="1243965" cy="1243965"/>
            </a:xfrm>
            <a:custGeom>
              <a:avLst/>
              <a:gdLst/>
              <a:ahLst/>
              <a:cxnLst/>
              <a:rect l="l" t="t" r="r" b="b"/>
              <a:pathLst>
                <a:path w="1243965" h="1243965">
                  <a:moveTo>
                    <a:pt x="621729" y="0"/>
                  </a:moveTo>
                  <a:lnTo>
                    <a:pt x="573141" y="1870"/>
                  </a:lnTo>
                  <a:lnTo>
                    <a:pt x="525576" y="7390"/>
                  </a:lnTo>
                  <a:lnTo>
                    <a:pt x="479172" y="16420"/>
                  </a:lnTo>
                  <a:lnTo>
                    <a:pt x="434067" y="28823"/>
                  </a:lnTo>
                  <a:lnTo>
                    <a:pt x="390400" y="44460"/>
                  </a:lnTo>
                  <a:lnTo>
                    <a:pt x="348308" y="63193"/>
                  </a:lnTo>
                  <a:lnTo>
                    <a:pt x="307930" y="84884"/>
                  </a:lnTo>
                  <a:lnTo>
                    <a:pt x="269404" y="109394"/>
                  </a:lnTo>
                  <a:lnTo>
                    <a:pt x="232869" y="136586"/>
                  </a:lnTo>
                  <a:lnTo>
                    <a:pt x="198462" y="166322"/>
                  </a:lnTo>
                  <a:lnTo>
                    <a:pt x="166322" y="198462"/>
                  </a:lnTo>
                  <a:lnTo>
                    <a:pt x="136586" y="232869"/>
                  </a:lnTo>
                  <a:lnTo>
                    <a:pt x="109394" y="269404"/>
                  </a:lnTo>
                  <a:lnTo>
                    <a:pt x="84884" y="307930"/>
                  </a:lnTo>
                  <a:lnTo>
                    <a:pt x="63193" y="348308"/>
                  </a:lnTo>
                  <a:lnTo>
                    <a:pt x="44460" y="390400"/>
                  </a:lnTo>
                  <a:lnTo>
                    <a:pt x="28823" y="434067"/>
                  </a:lnTo>
                  <a:lnTo>
                    <a:pt x="16420" y="479172"/>
                  </a:lnTo>
                  <a:lnTo>
                    <a:pt x="7390" y="525576"/>
                  </a:lnTo>
                  <a:lnTo>
                    <a:pt x="1870" y="573141"/>
                  </a:lnTo>
                  <a:lnTo>
                    <a:pt x="0" y="621729"/>
                  </a:lnTo>
                  <a:lnTo>
                    <a:pt x="1870" y="670317"/>
                  </a:lnTo>
                  <a:lnTo>
                    <a:pt x="7390" y="717882"/>
                  </a:lnTo>
                  <a:lnTo>
                    <a:pt x="16420" y="764286"/>
                  </a:lnTo>
                  <a:lnTo>
                    <a:pt x="28823" y="809391"/>
                  </a:lnTo>
                  <a:lnTo>
                    <a:pt x="44460" y="853058"/>
                  </a:lnTo>
                  <a:lnTo>
                    <a:pt x="63193" y="895150"/>
                  </a:lnTo>
                  <a:lnTo>
                    <a:pt x="84884" y="935528"/>
                  </a:lnTo>
                  <a:lnTo>
                    <a:pt x="109394" y="974053"/>
                  </a:lnTo>
                  <a:lnTo>
                    <a:pt x="136586" y="1010589"/>
                  </a:lnTo>
                  <a:lnTo>
                    <a:pt x="166322" y="1044996"/>
                  </a:lnTo>
                  <a:lnTo>
                    <a:pt x="198462" y="1077136"/>
                  </a:lnTo>
                  <a:lnTo>
                    <a:pt x="232869" y="1106871"/>
                  </a:lnTo>
                  <a:lnTo>
                    <a:pt x="269404" y="1134063"/>
                  </a:lnTo>
                  <a:lnTo>
                    <a:pt x="307930" y="1158574"/>
                  </a:lnTo>
                  <a:lnTo>
                    <a:pt x="348308" y="1180265"/>
                  </a:lnTo>
                  <a:lnTo>
                    <a:pt x="390400" y="1198998"/>
                  </a:lnTo>
                  <a:lnTo>
                    <a:pt x="434067" y="1214635"/>
                  </a:lnTo>
                  <a:lnTo>
                    <a:pt x="479172" y="1227038"/>
                  </a:lnTo>
                  <a:lnTo>
                    <a:pt x="525576" y="1236068"/>
                  </a:lnTo>
                  <a:lnTo>
                    <a:pt x="573141" y="1241588"/>
                  </a:lnTo>
                  <a:lnTo>
                    <a:pt x="621729" y="1243458"/>
                  </a:lnTo>
                  <a:lnTo>
                    <a:pt x="670317" y="1241588"/>
                  </a:lnTo>
                  <a:lnTo>
                    <a:pt x="717882" y="1236068"/>
                  </a:lnTo>
                  <a:lnTo>
                    <a:pt x="764286" y="1227038"/>
                  </a:lnTo>
                  <a:lnTo>
                    <a:pt x="809391" y="1214635"/>
                  </a:lnTo>
                  <a:lnTo>
                    <a:pt x="853058" y="1198998"/>
                  </a:lnTo>
                  <a:lnTo>
                    <a:pt x="895150" y="1180265"/>
                  </a:lnTo>
                  <a:lnTo>
                    <a:pt x="935528" y="1158574"/>
                  </a:lnTo>
                  <a:lnTo>
                    <a:pt x="974053" y="1134063"/>
                  </a:lnTo>
                  <a:lnTo>
                    <a:pt x="1010589" y="1106871"/>
                  </a:lnTo>
                  <a:lnTo>
                    <a:pt x="1044996" y="1077136"/>
                  </a:lnTo>
                  <a:lnTo>
                    <a:pt x="1077136" y="1044996"/>
                  </a:lnTo>
                  <a:lnTo>
                    <a:pt x="1106871" y="1010589"/>
                  </a:lnTo>
                  <a:lnTo>
                    <a:pt x="1134063" y="974053"/>
                  </a:lnTo>
                  <a:lnTo>
                    <a:pt x="1158574" y="935528"/>
                  </a:lnTo>
                  <a:lnTo>
                    <a:pt x="1180265" y="895150"/>
                  </a:lnTo>
                  <a:lnTo>
                    <a:pt x="1198998" y="853058"/>
                  </a:lnTo>
                  <a:lnTo>
                    <a:pt x="1214635" y="809391"/>
                  </a:lnTo>
                  <a:lnTo>
                    <a:pt x="1227038" y="764286"/>
                  </a:lnTo>
                  <a:lnTo>
                    <a:pt x="1236068" y="717882"/>
                  </a:lnTo>
                  <a:lnTo>
                    <a:pt x="1241588" y="670317"/>
                  </a:lnTo>
                  <a:lnTo>
                    <a:pt x="1243458" y="621729"/>
                  </a:lnTo>
                  <a:lnTo>
                    <a:pt x="1241588" y="573141"/>
                  </a:lnTo>
                  <a:lnTo>
                    <a:pt x="1236068" y="525576"/>
                  </a:lnTo>
                  <a:lnTo>
                    <a:pt x="1227038" y="479172"/>
                  </a:lnTo>
                  <a:lnTo>
                    <a:pt x="1214635" y="434067"/>
                  </a:lnTo>
                  <a:lnTo>
                    <a:pt x="1198998" y="390400"/>
                  </a:lnTo>
                  <a:lnTo>
                    <a:pt x="1180265" y="348308"/>
                  </a:lnTo>
                  <a:lnTo>
                    <a:pt x="1158574" y="307930"/>
                  </a:lnTo>
                  <a:lnTo>
                    <a:pt x="1134063" y="269404"/>
                  </a:lnTo>
                  <a:lnTo>
                    <a:pt x="1106871" y="232869"/>
                  </a:lnTo>
                  <a:lnTo>
                    <a:pt x="1077136" y="198462"/>
                  </a:lnTo>
                  <a:lnTo>
                    <a:pt x="1044996" y="166322"/>
                  </a:lnTo>
                  <a:lnTo>
                    <a:pt x="1010589" y="136586"/>
                  </a:lnTo>
                  <a:lnTo>
                    <a:pt x="974053" y="109394"/>
                  </a:lnTo>
                  <a:lnTo>
                    <a:pt x="935528" y="84884"/>
                  </a:lnTo>
                  <a:lnTo>
                    <a:pt x="895150" y="63193"/>
                  </a:lnTo>
                  <a:lnTo>
                    <a:pt x="853058" y="44460"/>
                  </a:lnTo>
                  <a:lnTo>
                    <a:pt x="809391" y="28823"/>
                  </a:lnTo>
                  <a:lnTo>
                    <a:pt x="764286" y="16420"/>
                  </a:lnTo>
                  <a:lnTo>
                    <a:pt x="717882" y="7390"/>
                  </a:lnTo>
                  <a:lnTo>
                    <a:pt x="670317" y="1870"/>
                  </a:lnTo>
                  <a:lnTo>
                    <a:pt x="62172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322377" y="7054744"/>
            <a:ext cx="701675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170" dirty="0">
                <a:latin typeface="Cambria"/>
                <a:cs typeface="Cambria"/>
              </a:rPr>
              <a:t>Odd</a:t>
            </a:r>
            <a:endParaRPr sz="265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491017" y="7430873"/>
            <a:ext cx="1368425" cy="1320165"/>
            <a:chOff x="15491017" y="7430873"/>
            <a:chExt cx="1368425" cy="1320165"/>
          </a:xfrm>
        </p:grpSpPr>
        <p:sp>
          <p:nvSpPr>
            <p:cNvPr id="11" name="object 11"/>
            <p:cNvSpPr/>
            <p:nvPr/>
          </p:nvSpPr>
          <p:spPr>
            <a:xfrm>
              <a:off x="15491017" y="7445381"/>
              <a:ext cx="1243965" cy="1243965"/>
            </a:xfrm>
            <a:custGeom>
              <a:avLst/>
              <a:gdLst/>
              <a:ahLst/>
              <a:cxnLst/>
              <a:rect l="l" t="t" r="r" b="b"/>
              <a:pathLst>
                <a:path w="1243965" h="1243965">
                  <a:moveTo>
                    <a:pt x="621733" y="1243468"/>
                  </a:moveTo>
                  <a:lnTo>
                    <a:pt x="573145" y="1241598"/>
                  </a:lnTo>
                  <a:lnTo>
                    <a:pt x="525580" y="1236078"/>
                  </a:lnTo>
                  <a:lnTo>
                    <a:pt x="479176" y="1227048"/>
                  </a:lnTo>
                  <a:lnTo>
                    <a:pt x="434071" y="1214645"/>
                  </a:lnTo>
                  <a:lnTo>
                    <a:pt x="390403" y="1199008"/>
                  </a:lnTo>
                  <a:lnTo>
                    <a:pt x="348311" y="1180275"/>
                  </a:lnTo>
                  <a:lnTo>
                    <a:pt x="307933" y="1158583"/>
                  </a:lnTo>
                  <a:lnTo>
                    <a:pt x="269407" y="1134073"/>
                  </a:lnTo>
                  <a:lnTo>
                    <a:pt x="232871" y="1106880"/>
                  </a:lnTo>
                  <a:lnTo>
                    <a:pt x="198464" y="1077145"/>
                  </a:lnTo>
                  <a:lnTo>
                    <a:pt x="166323" y="1045004"/>
                  </a:lnTo>
                  <a:lnTo>
                    <a:pt x="136588" y="1010597"/>
                  </a:lnTo>
                  <a:lnTo>
                    <a:pt x="109395" y="974061"/>
                  </a:lnTo>
                  <a:lnTo>
                    <a:pt x="84885" y="935535"/>
                  </a:lnTo>
                  <a:lnTo>
                    <a:pt x="63193" y="895157"/>
                  </a:lnTo>
                  <a:lnTo>
                    <a:pt x="44460" y="853065"/>
                  </a:lnTo>
                  <a:lnTo>
                    <a:pt x="28823" y="809397"/>
                  </a:lnTo>
                  <a:lnTo>
                    <a:pt x="16420" y="764292"/>
                  </a:lnTo>
                  <a:lnTo>
                    <a:pt x="7390" y="717888"/>
                  </a:lnTo>
                  <a:lnTo>
                    <a:pt x="1870" y="670323"/>
                  </a:lnTo>
                  <a:lnTo>
                    <a:pt x="0" y="621735"/>
                  </a:lnTo>
                  <a:lnTo>
                    <a:pt x="1870" y="573146"/>
                  </a:lnTo>
                  <a:lnTo>
                    <a:pt x="7390" y="525581"/>
                  </a:lnTo>
                  <a:lnTo>
                    <a:pt x="16420" y="479176"/>
                  </a:lnTo>
                  <a:lnTo>
                    <a:pt x="28823" y="434071"/>
                  </a:lnTo>
                  <a:lnTo>
                    <a:pt x="44460" y="390403"/>
                  </a:lnTo>
                  <a:lnTo>
                    <a:pt x="63193" y="348311"/>
                  </a:lnTo>
                  <a:lnTo>
                    <a:pt x="84885" y="307933"/>
                  </a:lnTo>
                  <a:lnTo>
                    <a:pt x="109395" y="269407"/>
                  </a:lnTo>
                  <a:lnTo>
                    <a:pt x="136588" y="232871"/>
                  </a:lnTo>
                  <a:lnTo>
                    <a:pt x="166323" y="198464"/>
                  </a:lnTo>
                  <a:lnTo>
                    <a:pt x="198464" y="166323"/>
                  </a:lnTo>
                  <a:lnTo>
                    <a:pt x="232871" y="136588"/>
                  </a:lnTo>
                  <a:lnTo>
                    <a:pt x="269407" y="109395"/>
                  </a:lnTo>
                  <a:lnTo>
                    <a:pt x="307933" y="84885"/>
                  </a:lnTo>
                  <a:lnTo>
                    <a:pt x="348311" y="63193"/>
                  </a:lnTo>
                  <a:lnTo>
                    <a:pt x="390403" y="44460"/>
                  </a:lnTo>
                  <a:lnTo>
                    <a:pt x="434071" y="28823"/>
                  </a:lnTo>
                  <a:lnTo>
                    <a:pt x="479176" y="16420"/>
                  </a:lnTo>
                  <a:lnTo>
                    <a:pt x="525580" y="7390"/>
                  </a:lnTo>
                  <a:lnTo>
                    <a:pt x="573145" y="1870"/>
                  </a:lnTo>
                  <a:lnTo>
                    <a:pt x="621733" y="0"/>
                  </a:lnTo>
                  <a:lnTo>
                    <a:pt x="670322" y="1870"/>
                  </a:lnTo>
                  <a:lnTo>
                    <a:pt x="717887" y="7390"/>
                  </a:lnTo>
                  <a:lnTo>
                    <a:pt x="764291" y="16420"/>
                  </a:lnTo>
                  <a:lnTo>
                    <a:pt x="809397" y="28823"/>
                  </a:lnTo>
                  <a:lnTo>
                    <a:pt x="853065" y="44460"/>
                  </a:lnTo>
                  <a:lnTo>
                    <a:pt x="895157" y="63193"/>
                  </a:lnTo>
                  <a:lnTo>
                    <a:pt x="935535" y="84885"/>
                  </a:lnTo>
                  <a:lnTo>
                    <a:pt x="974061" y="109395"/>
                  </a:lnTo>
                  <a:lnTo>
                    <a:pt x="1010597" y="136588"/>
                  </a:lnTo>
                  <a:lnTo>
                    <a:pt x="1045004" y="166323"/>
                  </a:lnTo>
                  <a:lnTo>
                    <a:pt x="1077145" y="198464"/>
                  </a:lnTo>
                  <a:lnTo>
                    <a:pt x="1106881" y="232871"/>
                  </a:lnTo>
                  <a:lnTo>
                    <a:pt x="1134073" y="269407"/>
                  </a:lnTo>
                  <a:lnTo>
                    <a:pt x="1158584" y="307933"/>
                  </a:lnTo>
                  <a:lnTo>
                    <a:pt x="1180275" y="348311"/>
                  </a:lnTo>
                  <a:lnTo>
                    <a:pt x="1199008" y="390403"/>
                  </a:lnTo>
                  <a:lnTo>
                    <a:pt x="1214646" y="434071"/>
                  </a:lnTo>
                  <a:lnTo>
                    <a:pt x="1227048" y="479176"/>
                  </a:lnTo>
                  <a:lnTo>
                    <a:pt x="1236079" y="525581"/>
                  </a:lnTo>
                  <a:lnTo>
                    <a:pt x="1241598" y="573146"/>
                  </a:lnTo>
                  <a:lnTo>
                    <a:pt x="1243469" y="621735"/>
                  </a:lnTo>
                  <a:lnTo>
                    <a:pt x="1241598" y="670323"/>
                  </a:lnTo>
                  <a:lnTo>
                    <a:pt x="1236079" y="717888"/>
                  </a:lnTo>
                  <a:lnTo>
                    <a:pt x="1227048" y="764292"/>
                  </a:lnTo>
                  <a:lnTo>
                    <a:pt x="1214646" y="809397"/>
                  </a:lnTo>
                  <a:lnTo>
                    <a:pt x="1199008" y="853065"/>
                  </a:lnTo>
                  <a:lnTo>
                    <a:pt x="1180275" y="895157"/>
                  </a:lnTo>
                  <a:lnTo>
                    <a:pt x="1158584" y="935535"/>
                  </a:lnTo>
                  <a:lnTo>
                    <a:pt x="1134073" y="974061"/>
                  </a:lnTo>
                  <a:lnTo>
                    <a:pt x="1106881" y="1010597"/>
                  </a:lnTo>
                  <a:lnTo>
                    <a:pt x="1077145" y="1045004"/>
                  </a:lnTo>
                  <a:lnTo>
                    <a:pt x="1045004" y="1077145"/>
                  </a:lnTo>
                  <a:lnTo>
                    <a:pt x="1010597" y="1106880"/>
                  </a:lnTo>
                  <a:lnTo>
                    <a:pt x="974061" y="1134073"/>
                  </a:lnTo>
                  <a:lnTo>
                    <a:pt x="935535" y="1158583"/>
                  </a:lnTo>
                  <a:lnTo>
                    <a:pt x="895157" y="1180275"/>
                  </a:lnTo>
                  <a:lnTo>
                    <a:pt x="853065" y="1199008"/>
                  </a:lnTo>
                  <a:lnTo>
                    <a:pt x="809397" y="1214645"/>
                  </a:lnTo>
                  <a:lnTo>
                    <a:pt x="764291" y="1227048"/>
                  </a:lnTo>
                  <a:lnTo>
                    <a:pt x="717887" y="1236078"/>
                  </a:lnTo>
                  <a:lnTo>
                    <a:pt x="670322" y="1241598"/>
                  </a:lnTo>
                  <a:lnTo>
                    <a:pt x="621733" y="1243468"/>
                  </a:lnTo>
                  <a:close/>
                </a:path>
              </a:pathLst>
            </a:custGeom>
            <a:solidFill>
              <a:srgbClr val="ED38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77521" y="7468973"/>
              <a:ext cx="1243965" cy="1243965"/>
            </a:xfrm>
            <a:custGeom>
              <a:avLst/>
              <a:gdLst/>
              <a:ahLst/>
              <a:cxnLst/>
              <a:rect l="l" t="t" r="r" b="b"/>
              <a:pathLst>
                <a:path w="1243965" h="1243965">
                  <a:moveTo>
                    <a:pt x="621729" y="0"/>
                  </a:moveTo>
                  <a:lnTo>
                    <a:pt x="573141" y="1870"/>
                  </a:lnTo>
                  <a:lnTo>
                    <a:pt x="525576" y="7390"/>
                  </a:lnTo>
                  <a:lnTo>
                    <a:pt x="479172" y="16420"/>
                  </a:lnTo>
                  <a:lnTo>
                    <a:pt x="434067" y="28823"/>
                  </a:lnTo>
                  <a:lnTo>
                    <a:pt x="390400" y="44460"/>
                  </a:lnTo>
                  <a:lnTo>
                    <a:pt x="348308" y="63193"/>
                  </a:lnTo>
                  <a:lnTo>
                    <a:pt x="307930" y="84884"/>
                  </a:lnTo>
                  <a:lnTo>
                    <a:pt x="269404" y="109394"/>
                  </a:lnTo>
                  <a:lnTo>
                    <a:pt x="232869" y="136586"/>
                  </a:lnTo>
                  <a:lnTo>
                    <a:pt x="198462" y="166322"/>
                  </a:lnTo>
                  <a:lnTo>
                    <a:pt x="166322" y="198462"/>
                  </a:lnTo>
                  <a:lnTo>
                    <a:pt x="136586" y="232869"/>
                  </a:lnTo>
                  <a:lnTo>
                    <a:pt x="109394" y="269404"/>
                  </a:lnTo>
                  <a:lnTo>
                    <a:pt x="84884" y="307930"/>
                  </a:lnTo>
                  <a:lnTo>
                    <a:pt x="63193" y="348308"/>
                  </a:lnTo>
                  <a:lnTo>
                    <a:pt x="44460" y="390400"/>
                  </a:lnTo>
                  <a:lnTo>
                    <a:pt x="28823" y="434067"/>
                  </a:lnTo>
                  <a:lnTo>
                    <a:pt x="16420" y="479172"/>
                  </a:lnTo>
                  <a:lnTo>
                    <a:pt x="7390" y="525576"/>
                  </a:lnTo>
                  <a:lnTo>
                    <a:pt x="1870" y="573141"/>
                  </a:lnTo>
                  <a:lnTo>
                    <a:pt x="0" y="621729"/>
                  </a:lnTo>
                  <a:lnTo>
                    <a:pt x="1870" y="670317"/>
                  </a:lnTo>
                  <a:lnTo>
                    <a:pt x="7390" y="717882"/>
                  </a:lnTo>
                  <a:lnTo>
                    <a:pt x="16420" y="764286"/>
                  </a:lnTo>
                  <a:lnTo>
                    <a:pt x="28823" y="809391"/>
                  </a:lnTo>
                  <a:lnTo>
                    <a:pt x="44460" y="853058"/>
                  </a:lnTo>
                  <a:lnTo>
                    <a:pt x="63193" y="895150"/>
                  </a:lnTo>
                  <a:lnTo>
                    <a:pt x="84884" y="935528"/>
                  </a:lnTo>
                  <a:lnTo>
                    <a:pt x="109394" y="974053"/>
                  </a:lnTo>
                  <a:lnTo>
                    <a:pt x="136586" y="1010589"/>
                  </a:lnTo>
                  <a:lnTo>
                    <a:pt x="166322" y="1044996"/>
                  </a:lnTo>
                  <a:lnTo>
                    <a:pt x="198462" y="1077136"/>
                  </a:lnTo>
                  <a:lnTo>
                    <a:pt x="232869" y="1106871"/>
                  </a:lnTo>
                  <a:lnTo>
                    <a:pt x="269404" y="1134063"/>
                  </a:lnTo>
                  <a:lnTo>
                    <a:pt x="307930" y="1158574"/>
                  </a:lnTo>
                  <a:lnTo>
                    <a:pt x="348308" y="1180265"/>
                  </a:lnTo>
                  <a:lnTo>
                    <a:pt x="390400" y="1198998"/>
                  </a:lnTo>
                  <a:lnTo>
                    <a:pt x="434067" y="1214635"/>
                  </a:lnTo>
                  <a:lnTo>
                    <a:pt x="479172" y="1227038"/>
                  </a:lnTo>
                  <a:lnTo>
                    <a:pt x="525576" y="1236068"/>
                  </a:lnTo>
                  <a:lnTo>
                    <a:pt x="573141" y="1241588"/>
                  </a:lnTo>
                  <a:lnTo>
                    <a:pt x="621729" y="1243458"/>
                  </a:lnTo>
                  <a:lnTo>
                    <a:pt x="670317" y="1241588"/>
                  </a:lnTo>
                  <a:lnTo>
                    <a:pt x="717882" y="1236068"/>
                  </a:lnTo>
                  <a:lnTo>
                    <a:pt x="764286" y="1227038"/>
                  </a:lnTo>
                  <a:lnTo>
                    <a:pt x="809391" y="1214635"/>
                  </a:lnTo>
                  <a:lnTo>
                    <a:pt x="853058" y="1198998"/>
                  </a:lnTo>
                  <a:lnTo>
                    <a:pt x="895150" y="1180265"/>
                  </a:lnTo>
                  <a:lnTo>
                    <a:pt x="935528" y="1158574"/>
                  </a:lnTo>
                  <a:lnTo>
                    <a:pt x="974053" y="1134063"/>
                  </a:lnTo>
                  <a:lnTo>
                    <a:pt x="1010589" y="1106871"/>
                  </a:lnTo>
                  <a:lnTo>
                    <a:pt x="1044996" y="1077136"/>
                  </a:lnTo>
                  <a:lnTo>
                    <a:pt x="1077136" y="1044996"/>
                  </a:lnTo>
                  <a:lnTo>
                    <a:pt x="1106871" y="1010589"/>
                  </a:lnTo>
                  <a:lnTo>
                    <a:pt x="1134063" y="974053"/>
                  </a:lnTo>
                  <a:lnTo>
                    <a:pt x="1158574" y="935528"/>
                  </a:lnTo>
                  <a:lnTo>
                    <a:pt x="1180265" y="895150"/>
                  </a:lnTo>
                  <a:lnTo>
                    <a:pt x="1198998" y="853058"/>
                  </a:lnTo>
                  <a:lnTo>
                    <a:pt x="1214635" y="809391"/>
                  </a:lnTo>
                  <a:lnTo>
                    <a:pt x="1227038" y="764286"/>
                  </a:lnTo>
                  <a:lnTo>
                    <a:pt x="1236068" y="717882"/>
                  </a:lnTo>
                  <a:lnTo>
                    <a:pt x="1241588" y="670317"/>
                  </a:lnTo>
                  <a:lnTo>
                    <a:pt x="1243458" y="621729"/>
                  </a:lnTo>
                  <a:lnTo>
                    <a:pt x="1241588" y="573141"/>
                  </a:lnTo>
                  <a:lnTo>
                    <a:pt x="1236068" y="525576"/>
                  </a:lnTo>
                  <a:lnTo>
                    <a:pt x="1227038" y="479172"/>
                  </a:lnTo>
                  <a:lnTo>
                    <a:pt x="1214635" y="434067"/>
                  </a:lnTo>
                  <a:lnTo>
                    <a:pt x="1198998" y="390400"/>
                  </a:lnTo>
                  <a:lnTo>
                    <a:pt x="1180265" y="348308"/>
                  </a:lnTo>
                  <a:lnTo>
                    <a:pt x="1158574" y="307930"/>
                  </a:lnTo>
                  <a:lnTo>
                    <a:pt x="1134063" y="269404"/>
                  </a:lnTo>
                  <a:lnTo>
                    <a:pt x="1106871" y="232869"/>
                  </a:lnTo>
                  <a:lnTo>
                    <a:pt x="1077136" y="198462"/>
                  </a:lnTo>
                  <a:lnTo>
                    <a:pt x="1044996" y="166322"/>
                  </a:lnTo>
                  <a:lnTo>
                    <a:pt x="1010589" y="136586"/>
                  </a:lnTo>
                  <a:lnTo>
                    <a:pt x="974053" y="109394"/>
                  </a:lnTo>
                  <a:lnTo>
                    <a:pt x="935528" y="84884"/>
                  </a:lnTo>
                  <a:lnTo>
                    <a:pt x="895150" y="63193"/>
                  </a:lnTo>
                  <a:lnTo>
                    <a:pt x="853058" y="44460"/>
                  </a:lnTo>
                  <a:lnTo>
                    <a:pt x="809391" y="28823"/>
                  </a:lnTo>
                  <a:lnTo>
                    <a:pt x="764286" y="16420"/>
                  </a:lnTo>
                  <a:lnTo>
                    <a:pt x="717882" y="7390"/>
                  </a:lnTo>
                  <a:lnTo>
                    <a:pt x="670317" y="1870"/>
                  </a:lnTo>
                  <a:lnTo>
                    <a:pt x="621729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738022" y="7831431"/>
            <a:ext cx="836294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155" dirty="0">
                <a:latin typeface="Cambria"/>
                <a:cs typeface="Cambria"/>
              </a:rPr>
              <a:t>Even</a:t>
            </a:r>
            <a:endParaRPr sz="2650">
              <a:latin typeface="Cambria"/>
              <a:cs typeface="Cambria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EF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788266"/>
            <a:ext cx="18282920" cy="8470900"/>
            <a:chOff x="0" y="788266"/>
            <a:chExt cx="18282920" cy="8470900"/>
          </a:xfrm>
        </p:grpSpPr>
        <p:sp>
          <p:nvSpPr>
            <p:cNvPr id="4" name="object 4"/>
            <p:cNvSpPr/>
            <p:nvPr/>
          </p:nvSpPr>
          <p:spPr>
            <a:xfrm>
              <a:off x="0" y="788266"/>
              <a:ext cx="18282920" cy="3068955"/>
            </a:xfrm>
            <a:custGeom>
              <a:avLst/>
              <a:gdLst/>
              <a:ahLst/>
              <a:cxnLst/>
              <a:rect l="l" t="t" r="r" b="b"/>
              <a:pathLst>
                <a:path w="18282920" h="3068954">
                  <a:moveTo>
                    <a:pt x="0" y="0"/>
                  </a:moveTo>
                  <a:lnTo>
                    <a:pt x="18282822" y="0"/>
                  </a:lnTo>
                  <a:lnTo>
                    <a:pt x="18282822" y="3068926"/>
                  </a:lnTo>
                  <a:lnTo>
                    <a:pt x="0" y="3068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D0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80136" y="2120848"/>
              <a:ext cx="6985000" cy="6972300"/>
            </a:xfrm>
            <a:custGeom>
              <a:avLst/>
              <a:gdLst/>
              <a:ahLst/>
              <a:cxnLst/>
              <a:rect l="l" t="t" r="r" b="b"/>
              <a:pathLst>
                <a:path w="6985000" h="6972300">
                  <a:moveTo>
                    <a:pt x="3828611" y="12699"/>
                  </a:moveTo>
                  <a:lnTo>
                    <a:pt x="3155951" y="12699"/>
                  </a:lnTo>
                  <a:lnTo>
                    <a:pt x="3203479" y="0"/>
                  </a:lnTo>
                  <a:lnTo>
                    <a:pt x="3781084" y="0"/>
                  </a:lnTo>
                  <a:lnTo>
                    <a:pt x="3828611" y="12699"/>
                  </a:lnTo>
                  <a:close/>
                </a:path>
                <a:path w="6985000" h="6972300">
                  <a:moveTo>
                    <a:pt x="3923108" y="25399"/>
                  </a:moveTo>
                  <a:lnTo>
                    <a:pt x="3061454" y="25399"/>
                  </a:lnTo>
                  <a:lnTo>
                    <a:pt x="3108608" y="12699"/>
                  </a:lnTo>
                  <a:lnTo>
                    <a:pt x="3875954" y="12699"/>
                  </a:lnTo>
                  <a:lnTo>
                    <a:pt x="3923108" y="25399"/>
                  </a:lnTo>
                  <a:close/>
                </a:path>
                <a:path w="6985000" h="6972300">
                  <a:moveTo>
                    <a:pt x="4016833" y="38099"/>
                  </a:moveTo>
                  <a:lnTo>
                    <a:pt x="2967730" y="38099"/>
                  </a:lnTo>
                  <a:lnTo>
                    <a:pt x="3014493" y="25399"/>
                  </a:lnTo>
                  <a:lnTo>
                    <a:pt x="3970069" y="25399"/>
                  </a:lnTo>
                  <a:lnTo>
                    <a:pt x="4016833" y="38099"/>
                  </a:lnTo>
                  <a:close/>
                </a:path>
                <a:path w="6985000" h="6972300">
                  <a:moveTo>
                    <a:pt x="4109750" y="50799"/>
                  </a:moveTo>
                  <a:lnTo>
                    <a:pt x="2874812" y="50799"/>
                  </a:lnTo>
                  <a:lnTo>
                    <a:pt x="2921168" y="38099"/>
                  </a:lnTo>
                  <a:lnTo>
                    <a:pt x="4063394" y="38099"/>
                  </a:lnTo>
                  <a:lnTo>
                    <a:pt x="4109750" y="50799"/>
                  </a:lnTo>
                  <a:close/>
                </a:path>
                <a:path w="6985000" h="6972300">
                  <a:moveTo>
                    <a:pt x="4428117" y="6857999"/>
                  </a:moveTo>
                  <a:lnTo>
                    <a:pt x="2556445" y="6857999"/>
                  </a:lnTo>
                  <a:lnTo>
                    <a:pt x="2511890" y="6845299"/>
                  </a:lnTo>
                  <a:lnTo>
                    <a:pt x="2467580" y="6819899"/>
                  </a:lnTo>
                  <a:lnTo>
                    <a:pt x="2249841" y="6756399"/>
                  </a:lnTo>
                  <a:lnTo>
                    <a:pt x="2207086" y="6730999"/>
                  </a:lnTo>
                  <a:lnTo>
                    <a:pt x="2122403" y="6705599"/>
                  </a:lnTo>
                  <a:lnTo>
                    <a:pt x="2080484" y="6680199"/>
                  </a:lnTo>
                  <a:lnTo>
                    <a:pt x="2038851" y="6667499"/>
                  </a:lnTo>
                  <a:lnTo>
                    <a:pt x="1997510" y="6642099"/>
                  </a:lnTo>
                  <a:lnTo>
                    <a:pt x="1956464" y="6629399"/>
                  </a:lnTo>
                  <a:lnTo>
                    <a:pt x="1875276" y="6578599"/>
                  </a:lnTo>
                  <a:lnTo>
                    <a:pt x="1835143" y="6565899"/>
                  </a:lnTo>
                  <a:lnTo>
                    <a:pt x="1716635" y="6489699"/>
                  </a:lnTo>
                  <a:lnTo>
                    <a:pt x="1677777" y="6476999"/>
                  </a:lnTo>
                  <a:lnTo>
                    <a:pt x="1563200" y="6400799"/>
                  </a:lnTo>
                  <a:lnTo>
                    <a:pt x="1451704" y="6324599"/>
                  </a:lnTo>
                  <a:lnTo>
                    <a:pt x="1415244" y="6299199"/>
                  </a:lnTo>
                  <a:lnTo>
                    <a:pt x="1379143" y="6261099"/>
                  </a:lnTo>
                  <a:lnTo>
                    <a:pt x="1308037" y="6210299"/>
                  </a:lnTo>
                  <a:lnTo>
                    <a:pt x="1238421" y="6159499"/>
                  </a:lnTo>
                  <a:lnTo>
                    <a:pt x="1204181" y="6121399"/>
                  </a:lnTo>
                  <a:lnTo>
                    <a:pt x="1136863" y="6070599"/>
                  </a:lnTo>
                  <a:lnTo>
                    <a:pt x="1103792" y="6032499"/>
                  </a:lnTo>
                  <a:lnTo>
                    <a:pt x="1071119" y="6007099"/>
                  </a:lnTo>
                  <a:lnTo>
                    <a:pt x="1038848" y="5968999"/>
                  </a:lnTo>
                  <a:lnTo>
                    <a:pt x="1006984" y="5943599"/>
                  </a:lnTo>
                  <a:lnTo>
                    <a:pt x="975530" y="5905499"/>
                  </a:lnTo>
                  <a:lnTo>
                    <a:pt x="944492" y="5880099"/>
                  </a:lnTo>
                  <a:lnTo>
                    <a:pt x="913873" y="5841999"/>
                  </a:lnTo>
                  <a:lnTo>
                    <a:pt x="883677" y="5803899"/>
                  </a:lnTo>
                  <a:lnTo>
                    <a:pt x="853909" y="5778499"/>
                  </a:lnTo>
                  <a:lnTo>
                    <a:pt x="824573" y="5740399"/>
                  </a:lnTo>
                  <a:lnTo>
                    <a:pt x="795673" y="5702299"/>
                  </a:lnTo>
                  <a:lnTo>
                    <a:pt x="767215" y="5676899"/>
                  </a:lnTo>
                  <a:lnTo>
                    <a:pt x="739200" y="5638799"/>
                  </a:lnTo>
                  <a:lnTo>
                    <a:pt x="711636" y="5600699"/>
                  </a:lnTo>
                  <a:lnTo>
                    <a:pt x="684524" y="5562599"/>
                  </a:lnTo>
                  <a:lnTo>
                    <a:pt x="657870" y="5524499"/>
                  </a:lnTo>
                  <a:lnTo>
                    <a:pt x="631678" y="5486399"/>
                  </a:lnTo>
                  <a:lnTo>
                    <a:pt x="605952" y="5448299"/>
                  </a:lnTo>
                  <a:lnTo>
                    <a:pt x="580697" y="5410199"/>
                  </a:lnTo>
                  <a:lnTo>
                    <a:pt x="555917" y="5372099"/>
                  </a:lnTo>
                  <a:lnTo>
                    <a:pt x="531615" y="5333999"/>
                  </a:lnTo>
                  <a:lnTo>
                    <a:pt x="507797" y="5295899"/>
                  </a:lnTo>
                  <a:lnTo>
                    <a:pt x="484466" y="5257799"/>
                  </a:lnTo>
                  <a:lnTo>
                    <a:pt x="461627" y="5219699"/>
                  </a:lnTo>
                  <a:lnTo>
                    <a:pt x="439284" y="5181599"/>
                  </a:lnTo>
                  <a:lnTo>
                    <a:pt x="417442" y="5143499"/>
                  </a:lnTo>
                  <a:lnTo>
                    <a:pt x="396104" y="5105399"/>
                  </a:lnTo>
                  <a:lnTo>
                    <a:pt x="375275" y="5067299"/>
                  </a:lnTo>
                  <a:lnTo>
                    <a:pt x="354959" y="5016499"/>
                  </a:lnTo>
                  <a:lnTo>
                    <a:pt x="335161" y="4978399"/>
                  </a:lnTo>
                  <a:lnTo>
                    <a:pt x="315884" y="4940299"/>
                  </a:lnTo>
                  <a:lnTo>
                    <a:pt x="297133" y="4902199"/>
                  </a:lnTo>
                  <a:lnTo>
                    <a:pt x="278912" y="4851399"/>
                  </a:lnTo>
                  <a:lnTo>
                    <a:pt x="261226" y="4813299"/>
                  </a:lnTo>
                  <a:lnTo>
                    <a:pt x="244078" y="4775199"/>
                  </a:lnTo>
                  <a:lnTo>
                    <a:pt x="227474" y="4724399"/>
                  </a:lnTo>
                  <a:lnTo>
                    <a:pt x="211417" y="4686299"/>
                  </a:lnTo>
                  <a:lnTo>
                    <a:pt x="195911" y="4648199"/>
                  </a:lnTo>
                  <a:lnTo>
                    <a:pt x="180961" y="4597399"/>
                  </a:lnTo>
                  <a:lnTo>
                    <a:pt x="166571" y="4559299"/>
                  </a:lnTo>
                  <a:lnTo>
                    <a:pt x="152746" y="4508499"/>
                  </a:lnTo>
                  <a:lnTo>
                    <a:pt x="139489" y="4470399"/>
                  </a:lnTo>
                  <a:lnTo>
                    <a:pt x="126805" y="4419599"/>
                  </a:lnTo>
                  <a:lnTo>
                    <a:pt x="114698" y="4381499"/>
                  </a:lnTo>
                  <a:lnTo>
                    <a:pt x="103173" y="4330699"/>
                  </a:lnTo>
                  <a:lnTo>
                    <a:pt x="92233" y="4292599"/>
                  </a:lnTo>
                  <a:lnTo>
                    <a:pt x="81883" y="4241799"/>
                  </a:lnTo>
                  <a:lnTo>
                    <a:pt x="72128" y="4190999"/>
                  </a:lnTo>
                  <a:lnTo>
                    <a:pt x="62971" y="4152899"/>
                  </a:lnTo>
                  <a:lnTo>
                    <a:pt x="54416" y="4102099"/>
                  </a:lnTo>
                  <a:lnTo>
                    <a:pt x="46469" y="4051299"/>
                  </a:lnTo>
                  <a:lnTo>
                    <a:pt x="39133" y="4013199"/>
                  </a:lnTo>
                  <a:lnTo>
                    <a:pt x="32412" y="3962399"/>
                  </a:lnTo>
                  <a:lnTo>
                    <a:pt x="26311" y="3911599"/>
                  </a:lnTo>
                  <a:lnTo>
                    <a:pt x="20835" y="3873499"/>
                  </a:lnTo>
                  <a:lnTo>
                    <a:pt x="15986" y="3822699"/>
                  </a:lnTo>
                  <a:lnTo>
                    <a:pt x="11770" y="3771899"/>
                  </a:lnTo>
                  <a:lnTo>
                    <a:pt x="8192" y="3733799"/>
                  </a:lnTo>
                  <a:lnTo>
                    <a:pt x="5254" y="3682999"/>
                  </a:lnTo>
                  <a:lnTo>
                    <a:pt x="2961" y="3632199"/>
                  </a:lnTo>
                  <a:lnTo>
                    <a:pt x="1319" y="3581399"/>
                  </a:lnTo>
                  <a:lnTo>
                    <a:pt x="330" y="3530599"/>
                  </a:lnTo>
                  <a:lnTo>
                    <a:pt x="0" y="3492499"/>
                  </a:lnTo>
                  <a:lnTo>
                    <a:pt x="330" y="3441699"/>
                  </a:lnTo>
                  <a:lnTo>
                    <a:pt x="1319" y="3390899"/>
                  </a:lnTo>
                  <a:lnTo>
                    <a:pt x="2961" y="3340099"/>
                  </a:lnTo>
                  <a:lnTo>
                    <a:pt x="5254" y="3289299"/>
                  </a:lnTo>
                  <a:lnTo>
                    <a:pt x="8192" y="3251199"/>
                  </a:lnTo>
                  <a:lnTo>
                    <a:pt x="11770" y="3200399"/>
                  </a:lnTo>
                  <a:lnTo>
                    <a:pt x="15986" y="3149599"/>
                  </a:lnTo>
                  <a:lnTo>
                    <a:pt x="20835" y="3098799"/>
                  </a:lnTo>
                  <a:lnTo>
                    <a:pt x="26311" y="3060699"/>
                  </a:lnTo>
                  <a:lnTo>
                    <a:pt x="32412" y="3009899"/>
                  </a:lnTo>
                  <a:lnTo>
                    <a:pt x="39133" y="2959099"/>
                  </a:lnTo>
                  <a:lnTo>
                    <a:pt x="46469" y="2920999"/>
                  </a:lnTo>
                  <a:lnTo>
                    <a:pt x="54416" y="2870199"/>
                  </a:lnTo>
                  <a:lnTo>
                    <a:pt x="62971" y="2819399"/>
                  </a:lnTo>
                  <a:lnTo>
                    <a:pt x="72128" y="2781299"/>
                  </a:lnTo>
                  <a:lnTo>
                    <a:pt x="81883" y="2730499"/>
                  </a:lnTo>
                  <a:lnTo>
                    <a:pt x="92233" y="2679699"/>
                  </a:lnTo>
                  <a:lnTo>
                    <a:pt x="103173" y="2641599"/>
                  </a:lnTo>
                  <a:lnTo>
                    <a:pt x="114698" y="2590799"/>
                  </a:lnTo>
                  <a:lnTo>
                    <a:pt x="126805" y="2552699"/>
                  </a:lnTo>
                  <a:lnTo>
                    <a:pt x="139489" y="2501899"/>
                  </a:lnTo>
                  <a:lnTo>
                    <a:pt x="152746" y="2463799"/>
                  </a:lnTo>
                  <a:lnTo>
                    <a:pt x="166571" y="2412999"/>
                  </a:lnTo>
                  <a:lnTo>
                    <a:pt x="180961" y="2374899"/>
                  </a:lnTo>
                  <a:lnTo>
                    <a:pt x="195911" y="2324099"/>
                  </a:lnTo>
                  <a:lnTo>
                    <a:pt x="211417" y="2285999"/>
                  </a:lnTo>
                  <a:lnTo>
                    <a:pt x="227474" y="2247899"/>
                  </a:lnTo>
                  <a:lnTo>
                    <a:pt x="244078" y="2197099"/>
                  </a:lnTo>
                  <a:lnTo>
                    <a:pt x="261226" y="2158999"/>
                  </a:lnTo>
                  <a:lnTo>
                    <a:pt x="278912" y="2120899"/>
                  </a:lnTo>
                  <a:lnTo>
                    <a:pt x="297133" y="2070099"/>
                  </a:lnTo>
                  <a:lnTo>
                    <a:pt x="315884" y="2031999"/>
                  </a:lnTo>
                  <a:lnTo>
                    <a:pt x="335161" y="1993899"/>
                  </a:lnTo>
                  <a:lnTo>
                    <a:pt x="354959" y="1955799"/>
                  </a:lnTo>
                  <a:lnTo>
                    <a:pt x="375275" y="1904999"/>
                  </a:lnTo>
                  <a:lnTo>
                    <a:pt x="396104" y="1866899"/>
                  </a:lnTo>
                  <a:lnTo>
                    <a:pt x="417442" y="1828799"/>
                  </a:lnTo>
                  <a:lnTo>
                    <a:pt x="439284" y="1790699"/>
                  </a:lnTo>
                  <a:lnTo>
                    <a:pt x="461627" y="1752599"/>
                  </a:lnTo>
                  <a:lnTo>
                    <a:pt x="484466" y="1714499"/>
                  </a:lnTo>
                  <a:lnTo>
                    <a:pt x="507797" y="1676399"/>
                  </a:lnTo>
                  <a:lnTo>
                    <a:pt x="531615" y="1638299"/>
                  </a:lnTo>
                  <a:lnTo>
                    <a:pt x="555917" y="1600199"/>
                  </a:lnTo>
                  <a:lnTo>
                    <a:pt x="580697" y="1562099"/>
                  </a:lnTo>
                  <a:lnTo>
                    <a:pt x="605952" y="1523999"/>
                  </a:lnTo>
                  <a:lnTo>
                    <a:pt x="631678" y="1485899"/>
                  </a:lnTo>
                  <a:lnTo>
                    <a:pt x="657870" y="1447799"/>
                  </a:lnTo>
                  <a:lnTo>
                    <a:pt x="684524" y="1409699"/>
                  </a:lnTo>
                  <a:lnTo>
                    <a:pt x="711636" y="1371599"/>
                  </a:lnTo>
                  <a:lnTo>
                    <a:pt x="739200" y="1333499"/>
                  </a:lnTo>
                  <a:lnTo>
                    <a:pt x="767215" y="1308099"/>
                  </a:lnTo>
                  <a:lnTo>
                    <a:pt x="795673" y="1269999"/>
                  </a:lnTo>
                  <a:lnTo>
                    <a:pt x="824573" y="1231899"/>
                  </a:lnTo>
                  <a:lnTo>
                    <a:pt x="853909" y="1193799"/>
                  </a:lnTo>
                  <a:lnTo>
                    <a:pt x="883677" y="1168399"/>
                  </a:lnTo>
                  <a:lnTo>
                    <a:pt x="913873" y="1130299"/>
                  </a:lnTo>
                  <a:lnTo>
                    <a:pt x="944492" y="1092199"/>
                  </a:lnTo>
                  <a:lnTo>
                    <a:pt x="975530" y="1066799"/>
                  </a:lnTo>
                  <a:lnTo>
                    <a:pt x="1006984" y="1028699"/>
                  </a:lnTo>
                  <a:lnTo>
                    <a:pt x="1038848" y="1003299"/>
                  </a:lnTo>
                  <a:lnTo>
                    <a:pt x="1071119" y="965199"/>
                  </a:lnTo>
                  <a:lnTo>
                    <a:pt x="1103792" y="939799"/>
                  </a:lnTo>
                  <a:lnTo>
                    <a:pt x="1136863" y="901699"/>
                  </a:lnTo>
                  <a:lnTo>
                    <a:pt x="1204181" y="850899"/>
                  </a:lnTo>
                  <a:lnTo>
                    <a:pt x="1238421" y="812799"/>
                  </a:lnTo>
                  <a:lnTo>
                    <a:pt x="1308037" y="761999"/>
                  </a:lnTo>
                  <a:lnTo>
                    <a:pt x="1379143" y="711199"/>
                  </a:lnTo>
                  <a:lnTo>
                    <a:pt x="1415244" y="673099"/>
                  </a:lnTo>
                  <a:lnTo>
                    <a:pt x="1525686" y="596899"/>
                  </a:lnTo>
                  <a:lnTo>
                    <a:pt x="1639249" y="520699"/>
                  </a:lnTo>
                  <a:lnTo>
                    <a:pt x="1677777" y="507999"/>
                  </a:lnTo>
                  <a:lnTo>
                    <a:pt x="1795322" y="431799"/>
                  </a:lnTo>
                  <a:lnTo>
                    <a:pt x="1835143" y="406399"/>
                  </a:lnTo>
                  <a:lnTo>
                    <a:pt x="1875276" y="393699"/>
                  </a:lnTo>
                  <a:lnTo>
                    <a:pt x="1956464" y="342899"/>
                  </a:lnTo>
                  <a:lnTo>
                    <a:pt x="1997510" y="330199"/>
                  </a:lnTo>
                  <a:lnTo>
                    <a:pt x="2038851" y="304799"/>
                  </a:lnTo>
                  <a:lnTo>
                    <a:pt x="2080484" y="292099"/>
                  </a:lnTo>
                  <a:lnTo>
                    <a:pt x="2122403" y="266699"/>
                  </a:lnTo>
                  <a:lnTo>
                    <a:pt x="2207086" y="241299"/>
                  </a:lnTo>
                  <a:lnTo>
                    <a:pt x="2249841" y="215899"/>
                  </a:lnTo>
                  <a:lnTo>
                    <a:pt x="2828666" y="50799"/>
                  </a:lnTo>
                  <a:lnTo>
                    <a:pt x="4155896" y="50799"/>
                  </a:lnTo>
                  <a:lnTo>
                    <a:pt x="4734721" y="215899"/>
                  </a:lnTo>
                  <a:lnTo>
                    <a:pt x="4777476" y="241299"/>
                  </a:lnTo>
                  <a:lnTo>
                    <a:pt x="4862159" y="266699"/>
                  </a:lnTo>
                  <a:lnTo>
                    <a:pt x="4904079" y="292099"/>
                  </a:lnTo>
                  <a:lnTo>
                    <a:pt x="4945711" y="304799"/>
                  </a:lnTo>
                  <a:lnTo>
                    <a:pt x="4987052" y="330199"/>
                  </a:lnTo>
                  <a:lnTo>
                    <a:pt x="5028098" y="342899"/>
                  </a:lnTo>
                  <a:lnTo>
                    <a:pt x="5109286" y="393699"/>
                  </a:lnTo>
                  <a:lnTo>
                    <a:pt x="5149420" y="406399"/>
                  </a:lnTo>
                  <a:lnTo>
                    <a:pt x="5189241" y="431799"/>
                  </a:lnTo>
                  <a:lnTo>
                    <a:pt x="5306785" y="507999"/>
                  </a:lnTo>
                  <a:lnTo>
                    <a:pt x="5345313" y="520699"/>
                  </a:lnTo>
                  <a:lnTo>
                    <a:pt x="5458876" y="596899"/>
                  </a:lnTo>
                  <a:lnTo>
                    <a:pt x="5569319" y="673099"/>
                  </a:lnTo>
                  <a:lnTo>
                    <a:pt x="5605419" y="711199"/>
                  </a:lnTo>
                  <a:lnTo>
                    <a:pt x="5676525" y="761999"/>
                  </a:lnTo>
                  <a:lnTo>
                    <a:pt x="5746142" y="812799"/>
                  </a:lnTo>
                  <a:lnTo>
                    <a:pt x="5780381" y="850899"/>
                  </a:lnTo>
                  <a:lnTo>
                    <a:pt x="5847699" y="901699"/>
                  </a:lnTo>
                  <a:lnTo>
                    <a:pt x="5880770" y="939799"/>
                  </a:lnTo>
                  <a:lnTo>
                    <a:pt x="5913443" y="965199"/>
                  </a:lnTo>
                  <a:lnTo>
                    <a:pt x="5945714" y="1003299"/>
                  </a:lnTo>
                  <a:lnTo>
                    <a:pt x="5977578" y="1028699"/>
                  </a:lnTo>
                  <a:lnTo>
                    <a:pt x="6009032" y="1066799"/>
                  </a:lnTo>
                  <a:lnTo>
                    <a:pt x="6040071" y="1092199"/>
                  </a:lnTo>
                  <a:lnTo>
                    <a:pt x="6070690" y="1130299"/>
                  </a:lnTo>
                  <a:lnTo>
                    <a:pt x="6100886" y="1168399"/>
                  </a:lnTo>
                  <a:lnTo>
                    <a:pt x="6130654" y="1193799"/>
                  </a:lnTo>
                  <a:lnTo>
                    <a:pt x="6159989" y="1231899"/>
                  </a:lnTo>
                  <a:lnTo>
                    <a:pt x="6188889" y="1269999"/>
                  </a:lnTo>
                  <a:lnTo>
                    <a:pt x="6217348" y="1308099"/>
                  </a:lnTo>
                  <a:lnTo>
                    <a:pt x="6245362" y="1333499"/>
                  </a:lnTo>
                  <a:lnTo>
                    <a:pt x="6272927" y="1371599"/>
                  </a:lnTo>
                  <a:lnTo>
                    <a:pt x="6300038" y="1409699"/>
                  </a:lnTo>
                  <a:lnTo>
                    <a:pt x="6326692" y="1447799"/>
                  </a:lnTo>
                  <a:lnTo>
                    <a:pt x="6352884" y="1485899"/>
                  </a:lnTo>
                  <a:lnTo>
                    <a:pt x="6378610" y="1523999"/>
                  </a:lnTo>
                  <a:lnTo>
                    <a:pt x="6403865" y="1562099"/>
                  </a:lnTo>
                  <a:lnTo>
                    <a:pt x="6428646" y="1600199"/>
                  </a:lnTo>
                  <a:lnTo>
                    <a:pt x="6452947" y="1638299"/>
                  </a:lnTo>
                  <a:lnTo>
                    <a:pt x="6476766" y="1676399"/>
                  </a:lnTo>
                  <a:lnTo>
                    <a:pt x="6500096" y="1714499"/>
                  </a:lnTo>
                  <a:lnTo>
                    <a:pt x="6522935" y="1752599"/>
                  </a:lnTo>
                  <a:lnTo>
                    <a:pt x="6545278" y="1790699"/>
                  </a:lnTo>
                  <a:lnTo>
                    <a:pt x="6567121" y="1828799"/>
                  </a:lnTo>
                  <a:lnTo>
                    <a:pt x="6588459" y="1866899"/>
                  </a:lnTo>
                  <a:lnTo>
                    <a:pt x="6609288" y="1904999"/>
                  </a:lnTo>
                  <a:lnTo>
                    <a:pt x="6629603" y="1955799"/>
                  </a:lnTo>
                  <a:lnTo>
                    <a:pt x="6649402" y="1993899"/>
                  </a:lnTo>
                  <a:lnTo>
                    <a:pt x="6668679" y="2031999"/>
                  </a:lnTo>
                  <a:lnTo>
                    <a:pt x="6687430" y="2070099"/>
                  </a:lnTo>
                  <a:lnTo>
                    <a:pt x="6705650" y="2120899"/>
                  </a:lnTo>
                  <a:lnTo>
                    <a:pt x="6723337" y="2158999"/>
                  </a:lnTo>
                  <a:lnTo>
                    <a:pt x="6740484" y="2197099"/>
                  </a:lnTo>
                  <a:lnTo>
                    <a:pt x="6757089" y="2247899"/>
                  </a:lnTo>
                  <a:lnTo>
                    <a:pt x="6773146" y="2285999"/>
                  </a:lnTo>
                  <a:lnTo>
                    <a:pt x="6788651" y="2324099"/>
                  </a:lnTo>
                  <a:lnTo>
                    <a:pt x="6803601" y="2374899"/>
                  </a:lnTo>
                  <a:lnTo>
                    <a:pt x="6817991" y="2412999"/>
                  </a:lnTo>
                  <a:lnTo>
                    <a:pt x="6831817" y="2463799"/>
                  </a:lnTo>
                  <a:lnTo>
                    <a:pt x="6845073" y="2501899"/>
                  </a:lnTo>
                  <a:lnTo>
                    <a:pt x="6857757" y="2552699"/>
                  </a:lnTo>
                  <a:lnTo>
                    <a:pt x="6869864" y="2590799"/>
                  </a:lnTo>
                  <a:lnTo>
                    <a:pt x="6881390" y="2641599"/>
                  </a:lnTo>
                  <a:lnTo>
                    <a:pt x="6892329" y="2679699"/>
                  </a:lnTo>
                  <a:lnTo>
                    <a:pt x="6902679" y="2730499"/>
                  </a:lnTo>
                  <a:lnTo>
                    <a:pt x="6912435" y="2781299"/>
                  </a:lnTo>
                  <a:lnTo>
                    <a:pt x="6921592" y="2819399"/>
                  </a:lnTo>
                  <a:lnTo>
                    <a:pt x="6930146" y="2870199"/>
                  </a:lnTo>
                  <a:lnTo>
                    <a:pt x="6938094" y="2920999"/>
                  </a:lnTo>
                  <a:lnTo>
                    <a:pt x="6945430" y="2959099"/>
                  </a:lnTo>
                  <a:lnTo>
                    <a:pt x="6952151" y="3009899"/>
                  </a:lnTo>
                  <a:lnTo>
                    <a:pt x="6958251" y="3060699"/>
                  </a:lnTo>
                  <a:lnTo>
                    <a:pt x="6963728" y="3098799"/>
                  </a:lnTo>
                  <a:lnTo>
                    <a:pt x="6968576" y="3149599"/>
                  </a:lnTo>
                  <a:lnTo>
                    <a:pt x="6972792" y="3200399"/>
                  </a:lnTo>
                  <a:lnTo>
                    <a:pt x="6976371" y="3251199"/>
                  </a:lnTo>
                  <a:lnTo>
                    <a:pt x="6979309" y="3289299"/>
                  </a:lnTo>
                  <a:lnTo>
                    <a:pt x="6981601" y="3340099"/>
                  </a:lnTo>
                  <a:lnTo>
                    <a:pt x="6983244" y="3390899"/>
                  </a:lnTo>
                  <a:lnTo>
                    <a:pt x="6984233" y="3441699"/>
                  </a:lnTo>
                  <a:lnTo>
                    <a:pt x="6984563" y="3492499"/>
                  </a:lnTo>
                  <a:lnTo>
                    <a:pt x="6984233" y="3530599"/>
                  </a:lnTo>
                  <a:lnTo>
                    <a:pt x="6983244" y="3581399"/>
                  </a:lnTo>
                  <a:lnTo>
                    <a:pt x="6981601" y="3632199"/>
                  </a:lnTo>
                  <a:lnTo>
                    <a:pt x="6979309" y="3682999"/>
                  </a:lnTo>
                  <a:lnTo>
                    <a:pt x="6976371" y="3733799"/>
                  </a:lnTo>
                  <a:lnTo>
                    <a:pt x="6972792" y="3771899"/>
                  </a:lnTo>
                  <a:lnTo>
                    <a:pt x="6968576" y="3822699"/>
                  </a:lnTo>
                  <a:lnTo>
                    <a:pt x="6963728" y="3873499"/>
                  </a:lnTo>
                  <a:lnTo>
                    <a:pt x="6958251" y="3911599"/>
                  </a:lnTo>
                  <a:lnTo>
                    <a:pt x="6952151" y="3962399"/>
                  </a:lnTo>
                  <a:lnTo>
                    <a:pt x="6945430" y="4013199"/>
                  </a:lnTo>
                  <a:lnTo>
                    <a:pt x="6938094" y="4051299"/>
                  </a:lnTo>
                  <a:lnTo>
                    <a:pt x="6930146" y="4102099"/>
                  </a:lnTo>
                  <a:lnTo>
                    <a:pt x="6921592" y="4152899"/>
                  </a:lnTo>
                  <a:lnTo>
                    <a:pt x="6912435" y="4190999"/>
                  </a:lnTo>
                  <a:lnTo>
                    <a:pt x="6902679" y="4241799"/>
                  </a:lnTo>
                  <a:lnTo>
                    <a:pt x="6892329" y="4292599"/>
                  </a:lnTo>
                  <a:lnTo>
                    <a:pt x="6881390" y="4330699"/>
                  </a:lnTo>
                  <a:lnTo>
                    <a:pt x="6869864" y="4381499"/>
                  </a:lnTo>
                  <a:lnTo>
                    <a:pt x="6857757" y="4419599"/>
                  </a:lnTo>
                  <a:lnTo>
                    <a:pt x="6845073" y="4470399"/>
                  </a:lnTo>
                  <a:lnTo>
                    <a:pt x="6831817" y="4508499"/>
                  </a:lnTo>
                  <a:lnTo>
                    <a:pt x="6817991" y="4559299"/>
                  </a:lnTo>
                  <a:lnTo>
                    <a:pt x="6803601" y="4597399"/>
                  </a:lnTo>
                  <a:lnTo>
                    <a:pt x="6788651" y="4648199"/>
                  </a:lnTo>
                  <a:lnTo>
                    <a:pt x="6773146" y="4686299"/>
                  </a:lnTo>
                  <a:lnTo>
                    <a:pt x="6757089" y="4724399"/>
                  </a:lnTo>
                  <a:lnTo>
                    <a:pt x="6740484" y="4775199"/>
                  </a:lnTo>
                  <a:lnTo>
                    <a:pt x="6723337" y="4813299"/>
                  </a:lnTo>
                  <a:lnTo>
                    <a:pt x="6705650" y="4851399"/>
                  </a:lnTo>
                  <a:lnTo>
                    <a:pt x="6687430" y="4902199"/>
                  </a:lnTo>
                  <a:lnTo>
                    <a:pt x="6668679" y="4940299"/>
                  </a:lnTo>
                  <a:lnTo>
                    <a:pt x="6649402" y="4978399"/>
                  </a:lnTo>
                  <a:lnTo>
                    <a:pt x="6629603" y="5016499"/>
                  </a:lnTo>
                  <a:lnTo>
                    <a:pt x="6609288" y="5067299"/>
                  </a:lnTo>
                  <a:lnTo>
                    <a:pt x="6588459" y="5105399"/>
                  </a:lnTo>
                  <a:lnTo>
                    <a:pt x="6567121" y="5143499"/>
                  </a:lnTo>
                  <a:lnTo>
                    <a:pt x="6545278" y="5181599"/>
                  </a:lnTo>
                  <a:lnTo>
                    <a:pt x="6522935" y="5219699"/>
                  </a:lnTo>
                  <a:lnTo>
                    <a:pt x="6500096" y="5257799"/>
                  </a:lnTo>
                  <a:lnTo>
                    <a:pt x="6476766" y="5295899"/>
                  </a:lnTo>
                  <a:lnTo>
                    <a:pt x="6452947" y="5333999"/>
                  </a:lnTo>
                  <a:lnTo>
                    <a:pt x="6428646" y="5372099"/>
                  </a:lnTo>
                  <a:lnTo>
                    <a:pt x="6403865" y="5410199"/>
                  </a:lnTo>
                  <a:lnTo>
                    <a:pt x="6378610" y="5448299"/>
                  </a:lnTo>
                  <a:lnTo>
                    <a:pt x="6352884" y="5486399"/>
                  </a:lnTo>
                  <a:lnTo>
                    <a:pt x="6326692" y="5524499"/>
                  </a:lnTo>
                  <a:lnTo>
                    <a:pt x="6300038" y="5562599"/>
                  </a:lnTo>
                  <a:lnTo>
                    <a:pt x="6272927" y="5600699"/>
                  </a:lnTo>
                  <a:lnTo>
                    <a:pt x="6245362" y="5638799"/>
                  </a:lnTo>
                  <a:lnTo>
                    <a:pt x="6217348" y="5676899"/>
                  </a:lnTo>
                  <a:lnTo>
                    <a:pt x="6188889" y="5702299"/>
                  </a:lnTo>
                  <a:lnTo>
                    <a:pt x="6159989" y="5740399"/>
                  </a:lnTo>
                  <a:lnTo>
                    <a:pt x="6130654" y="5778499"/>
                  </a:lnTo>
                  <a:lnTo>
                    <a:pt x="6100886" y="5803899"/>
                  </a:lnTo>
                  <a:lnTo>
                    <a:pt x="6070690" y="5841999"/>
                  </a:lnTo>
                  <a:lnTo>
                    <a:pt x="6040071" y="5880099"/>
                  </a:lnTo>
                  <a:lnTo>
                    <a:pt x="6009032" y="5905499"/>
                  </a:lnTo>
                  <a:lnTo>
                    <a:pt x="5977578" y="5943599"/>
                  </a:lnTo>
                  <a:lnTo>
                    <a:pt x="5945714" y="5968999"/>
                  </a:lnTo>
                  <a:lnTo>
                    <a:pt x="5913443" y="6007099"/>
                  </a:lnTo>
                  <a:lnTo>
                    <a:pt x="5880770" y="6032499"/>
                  </a:lnTo>
                  <a:lnTo>
                    <a:pt x="5847699" y="6070599"/>
                  </a:lnTo>
                  <a:lnTo>
                    <a:pt x="5780381" y="6121399"/>
                  </a:lnTo>
                  <a:lnTo>
                    <a:pt x="5746142" y="6159499"/>
                  </a:lnTo>
                  <a:lnTo>
                    <a:pt x="5676525" y="6210299"/>
                  </a:lnTo>
                  <a:lnTo>
                    <a:pt x="5605419" y="6261099"/>
                  </a:lnTo>
                  <a:lnTo>
                    <a:pt x="5569319" y="6299199"/>
                  </a:lnTo>
                  <a:lnTo>
                    <a:pt x="5532858" y="6324599"/>
                  </a:lnTo>
                  <a:lnTo>
                    <a:pt x="5421363" y="6400799"/>
                  </a:lnTo>
                  <a:lnTo>
                    <a:pt x="5306785" y="6476999"/>
                  </a:lnTo>
                  <a:lnTo>
                    <a:pt x="5267928" y="6489699"/>
                  </a:lnTo>
                  <a:lnTo>
                    <a:pt x="5149420" y="6565899"/>
                  </a:lnTo>
                  <a:lnTo>
                    <a:pt x="5109286" y="6578599"/>
                  </a:lnTo>
                  <a:lnTo>
                    <a:pt x="5028098" y="6629399"/>
                  </a:lnTo>
                  <a:lnTo>
                    <a:pt x="4987052" y="6642099"/>
                  </a:lnTo>
                  <a:lnTo>
                    <a:pt x="4945711" y="6667499"/>
                  </a:lnTo>
                  <a:lnTo>
                    <a:pt x="4904079" y="6680199"/>
                  </a:lnTo>
                  <a:lnTo>
                    <a:pt x="4862159" y="6705599"/>
                  </a:lnTo>
                  <a:lnTo>
                    <a:pt x="4777476" y="6730999"/>
                  </a:lnTo>
                  <a:lnTo>
                    <a:pt x="4734721" y="6756399"/>
                  </a:lnTo>
                  <a:lnTo>
                    <a:pt x="4516983" y="6819899"/>
                  </a:lnTo>
                  <a:lnTo>
                    <a:pt x="4472672" y="6845299"/>
                  </a:lnTo>
                  <a:lnTo>
                    <a:pt x="4428117" y="6857999"/>
                  </a:lnTo>
                  <a:close/>
                </a:path>
                <a:path w="6985000" h="6972300">
                  <a:moveTo>
                    <a:pt x="4155896" y="6921499"/>
                  </a:moveTo>
                  <a:lnTo>
                    <a:pt x="2828666" y="6921499"/>
                  </a:lnTo>
                  <a:lnTo>
                    <a:pt x="2601240" y="6857999"/>
                  </a:lnTo>
                  <a:lnTo>
                    <a:pt x="4383322" y="6857999"/>
                  </a:lnTo>
                  <a:lnTo>
                    <a:pt x="4155896" y="6921499"/>
                  </a:lnTo>
                  <a:close/>
                </a:path>
                <a:path w="6985000" h="6972300">
                  <a:moveTo>
                    <a:pt x="4063394" y="6934199"/>
                  </a:moveTo>
                  <a:lnTo>
                    <a:pt x="2921168" y="6934199"/>
                  </a:lnTo>
                  <a:lnTo>
                    <a:pt x="2874812" y="6921499"/>
                  </a:lnTo>
                  <a:lnTo>
                    <a:pt x="4109750" y="6921499"/>
                  </a:lnTo>
                  <a:lnTo>
                    <a:pt x="4063394" y="6934199"/>
                  </a:lnTo>
                  <a:close/>
                </a:path>
                <a:path w="6985000" h="6972300">
                  <a:moveTo>
                    <a:pt x="3970069" y="6946899"/>
                  </a:moveTo>
                  <a:lnTo>
                    <a:pt x="3014493" y="6946899"/>
                  </a:lnTo>
                  <a:lnTo>
                    <a:pt x="2967730" y="6934199"/>
                  </a:lnTo>
                  <a:lnTo>
                    <a:pt x="4016833" y="6934199"/>
                  </a:lnTo>
                  <a:lnTo>
                    <a:pt x="3970069" y="6946899"/>
                  </a:lnTo>
                  <a:close/>
                </a:path>
                <a:path w="6985000" h="6972300">
                  <a:moveTo>
                    <a:pt x="3875954" y="6959599"/>
                  </a:moveTo>
                  <a:lnTo>
                    <a:pt x="3108608" y="6959599"/>
                  </a:lnTo>
                  <a:lnTo>
                    <a:pt x="3061454" y="6946899"/>
                  </a:lnTo>
                  <a:lnTo>
                    <a:pt x="3923108" y="6946899"/>
                  </a:lnTo>
                  <a:lnTo>
                    <a:pt x="3875954" y="6959599"/>
                  </a:lnTo>
                  <a:close/>
                </a:path>
                <a:path w="6985000" h="6972300">
                  <a:moveTo>
                    <a:pt x="3781084" y="6972299"/>
                  </a:moveTo>
                  <a:lnTo>
                    <a:pt x="3203479" y="6972299"/>
                  </a:lnTo>
                  <a:lnTo>
                    <a:pt x="3155951" y="6959599"/>
                  </a:lnTo>
                  <a:lnTo>
                    <a:pt x="3828611" y="6959599"/>
                  </a:lnTo>
                  <a:lnTo>
                    <a:pt x="3781084" y="6972299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1943433"/>
              <a:ext cx="7286624" cy="73151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629867" y="1084579"/>
            <a:ext cx="533336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700" spc="-40" dirty="0"/>
              <a:t>CONCEPTS</a:t>
            </a:r>
            <a:endParaRPr sz="7700"/>
          </a:p>
        </p:txBody>
      </p:sp>
      <p:sp>
        <p:nvSpPr>
          <p:cNvPr id="8" name="object 8"/>
          <p:cNvSpPr txBox="1"/>
          <p:nvPr/>
        </p:nvSpPr>
        <p:spPr>
          <a:xfrm>
            <a:off x="11983012" y="1989454"/>
            <a:ext cx="2626995" cy="1198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700" spc="-350" dirty="0">
                <a:latin typeface="Verdana"/>
                <a:cs typeface="Verdana"/>
              </a:rPr>
              <a:t>USED</a:t>
            </a:r>
            <a:endParaRPr sz="77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25109" y="3444536"/>
            <a:ext cx="7790815" cy="4718685"/>
            <a:chOff x="8925109" y="3444536"/>
            <a:chExt cx="7790815" cy="471868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5014" y="3444536"/>
              <a:ext cx="6840781" cy="828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5109" y="5374124"/>
              <a:ext cx="143741" cy="1437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5109" y="6035335"/>
              <a:ext cx="143741" cy="14374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5109" y="6696545"/>
              <a:ext cx="143741" cy="1437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5109" y="7357756"/>
              <a:ext cx="143741" cy="1437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5109" y="8018967"/>
              <a:ext cx="143741" cy="143741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0"/>
              </a:spcBef>
            </a:pPr>
            <a:r>
              <a:rPr dirty="0"/>
              <a:t>Points</a:t>
            </a:r>
            <a:r>
              <a:rPr spc="-25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strings</a:t>
            </a:r>
            <a:r>
              <a:rPr spc="-1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character</a:t>
            </a:r>
            <a:r>
              <a:rPr spc="-10" dirty="0"/>
              <a:t> arrays </a:t>
            </a:r>
            <a:r>
              <a:rPr dirty="0"/>
              <a:t>Usage</a:t>
            </a:r>
            <a:r>
              <a:rPr spc="-2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strcmp()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string</a:t>
            </a:r>
            <a:r>
              <a:rPr spc="-5" dirty="0"/>
              <a:t> </a:t>
            </a:r>
            <a:r>
              <a:rPr spc="-10" dirty="0"/>
              <a:t>comparison </a:t>
            </a:r>
            <a:r>
              <a:rPr dirty="0"/>
              <a:t>Implementing</a:t>
            </a:r>
            <a:r>
              <a:rPr spc="-30" dirty="0"/>
              <a:t> </a:t>
            </a:r>
            <a:r>
              <a:rPr dirty="0"/>
              <a:t>loops</a:t>
            </a:r>
            <a:r>
              <a:rPr spc="-20" dirty="0"/>
              <a:t> </a:t>
            </a:r>
            <a:r>
              <a:rPr spc="-10" dirty="0"/>
              <a:t>(while/for)</a:t>
            </a:r>
          </a:p>
          <a:p>
            <a:pPr marL="12700" marR="426084">
              <a:lnSpc>
                <a:spcPts val="5210"/>
              </a:lnSpc>
              <a:spcBef>
                <a:spcPts val="100"/>
              </a:spcBef>
            </a:pPr>
            <a:r>
              <a:rPr dirty="0"/>
              <a:t>Utilizing</a:t>
            </a:r>
            <a:r>
              <a:rPr spc="-35" dirty="0"/>
              <a:t> </a:t>
            </a:r>
            <a:r>
              <a:rPr dirty="0"/>
              <a:t>conditional</a:t>
            </a:r>
            <a:r>
              <a:rPr spc="-20" dirty="0"/>
              <a:t> </a:t>
            </a:r>
            <a:r>
              <a:rPr dirty="0"/>
              <a:t>statements</a:t>
            </a:r>
            <a:r>
              <a:rPr spc="-20" dirty="0"/>
              <a:t> </a:t>
            </a:r>
            <a:r>
              <a:rPr dirty="0"/>
              <a:t>(if-</a:t>
            </a:r>
            <a:r>
              <a:rPr spc="-10" dirty="0"/>
              <a:t>else) </a:t>
            </a:r>
            <a:r>
              <a:rPr dirty="0"/>
              <a:t>Designing</a:t>
            </a:r>
            <a:r>
              <a:rPr spc="-25" dirty="0"/>
              <a:t> </a:t>
            </a:r>
            <a:r>
              <a:rPr dirty="0"/>
              <a:t>functions</a:t>
            </a:r>
            <a:r>
              <a:rPr spc="-1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modular programming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7911" y="-65489"/>
            <a:ext cx="16195040" cy="2692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15759" marR="5080" indent="-6703695">
              <a:lnSpc>
                <a:spcPct val="116700"/>
              </a:lnSpc>
              <a:spcBef>
                <a:spcPts val="95"/>
              </a:spcBef>
              <a:tabLst>
                <a:tab pos="6972300" algn="l"/>
                <a:tab pos="8750300" algn="l"/>
                <a:tab pos="11266170" algn="l"/>
              </a:tabLst>
            </a:pPr>
            <a:r>
              <a:rPr spc="825" dirty="0">
                <a:solidFill>
                  <a:srgbClr val="FAD009"/>
                </a:solidFill>
              </a:rPr>
              <a:t>Screenshot</a:t>
            </a:r>
            <a:r>
              <a:rPr dirty="0">
                <a:solidFill>
                  <a:srgbClr val="FAD009"/>
                </a:solidFill>
              </a:rPr>
              <a:t>		</a:t>
            </a:r>
            <a:r>
              <a:rPr spc="1295" dirty="0">
                <a:solidFill>
                  <a:srgbClr val="FAD009"/>
                </a:solidFill>
              </a:rPr>
              <a:t>of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125" dirty="0">
                <a:solidFill>
                  <a:srgbClr val="FAD009"/>
                </a:solidFill>
              </a:rPr>
              <a:t>the</a:t>
            </a:r>
            <a:r>
              <a:rPr dirty="0">
                <a:solidFill>
                  <a:srgbClr val="FAD009"/>
                </a:solidFill>
              </a:rPr>
              <a:t>	</a:t>
            </a:r>
            <a:r>
              <a:rPr spc="1230" dirty="0">
                <a:solidFill>
                  <a:srgbClr val="FAD009"/>
                </a:solidFill>
              </a:rPr>
              <a:t>working </a:t>
            </a:r>
            <a:r>
              <a:rPr spc="155" dirty="0">
                <a:solidFill>
                  <a:srgbClr val="FAD009"/>
                </a:solidFill>
              </a:rPr>
              <a:t>game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8661" y="2129271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10" h="1628139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1136" y="2082704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5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15491" y="33845"/>
            <a:ext cx="609028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60" dirty="0"/>
              <a:t>A</a:t>
            </a:r>
            <a:r>
              <a:rPr lang="en-US" spc="960" dirty="0"/>
              <a:t>l</a:t>
            </a:r>
            <a:r>
              <a:rPr spc="960" dirty="0"/>
              <a:t>gorithm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030376" y="2862674"/>
            <a:ext cx="13752830" cy="5615305"/>
            <a:chOff x="3030376" y="2862674"/>
            <a:chExt cx="13752830" cy="5615305"/>
          </a:xfrm>
        </p:grpSpPr>
        <p:sp>
          <p:nvSpPr>
            <p:cNvPr id="8" name="object 8"/>
            <p:cNvSpPr/>
            <p:nvPr/>
          </p:nvSpPr>
          <p:spPr>
            <a:xfrm>
              <a:off x="3045050" y="2966392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10" h="1628139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87526" y="2919824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4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252970" y="5973826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09" h="1628140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95446" y="5927258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5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89360" y="6840073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09" h="1628140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31836" y="6793505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5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4260948" y="7015787"/>
            <a:ext cx="2235835" cy="1035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0">
              <a:lnSpc>
                <a:spcPct val="116199"/>
              </a:lnSpc>
              <a:spcBef>
                <a:spcPts val="95"/>
              </a:spcBef>
            </a:pPr>
            <a:r>
              <a:rPr sz="2850" spc="145" dirty="0">
                <a:latin typeface="Cambria"/>
                <a:cs typeface="Cambria"/>
              </a:rPr>
              <a:t>Repeat</a:t>
            </a:r>
            <a:r>
              <a:rPr sz="2850" spc="55" dirty="0">
                <a:latin typeface="Cambria"/>
                <a:cs typeface="Cambria"/>
              </a:rPr>
              <a:t> </a:t>
            </a:r>
            <a:r>
              <a:rPr sz="2850" spc="200" dirty="0">
                <a:latin typeface="Cambria"/>
                <a:cs typeface="Cambria"/>
              </a:rPr>
              <a:t>until </a:t>
            </a:r>
            <a:r>
              <a:rPr sz="2850" spc="195" dirty="0">
                <a:latin typeface="Cambria"/>
                <a:cs typeface="Cambria"/>
              </a:rPr>
              <a:t>attempts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spc="140" dirty="0">
                <a:latin typeface="Cambria"/>
                <a:cs typeface="Cambria"/>
              </a:rPr>
              <a:t>=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spc="215" dirty="0">
                <a:latin typeface="Cambria"/>
                <a:cs typeface="Cambria"/>
              </a:rPr>
              <a:t>0</a:t>
            </a:r>
            <a:endParaRPr sz="285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536935" y="8364029"/>
            <a:ext cx="2808605" cy="1741805"/>
            <a:chOff x="15536935" y="8364029"/>
            <a:chExt cx="2808605" cy="1741805"/>
          </a:xfrm>
        </p:grpSpPr>
        <p:sp>
          <p:nvSpPr>
            <p:cNvPr id="16" name="object 16"/>
            <p:cNvSpPr/>
            <p:nvPr/>
          </p:nvSpPr>
          <p:spPr>
            <a:xfrm>
              <a:off x="15551609" y="8467746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09" h="1628140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594085" y="8421179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5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580434" y="8967120"/>
            <a:ext cx="72136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spc="185" dirty="0">
                <a:latin typeface="Cambria"/>
                <a:cs typeface="Cambria"/>
              </a:rPr>
              <a:t>End</a:t>
            </a:r>
            <a:endParaRPr sz="285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501951" y="4943803"/>
            <a:ext cx="2808605" cy="1877695"/>
            <a:chOff x="8501951" y="4943803"/>
            <a:chExt cx="2808605" cy="1877695"/>
          </a:xfrm>
        </p:grpSpPr>
        <p:sp>
          <p:nvSpPr>
            <p:cNvPr id="20" name="object 20"/>
            <p:cNvSpPr/>
            <p:nvPr/>
          </p:nvSpPr>
          <p:spPr>
            <a:xfrm>
              <a:off x="8516581" y="5047520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09" h="1628140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59101" y="5000953"/>
              <a:ext cx="2694305" cy="1763395"/>
            </a:xfrm>
            <a:custGeom>
              <a:avLst/>
              <a:gdLst/>
              <a:ahLst/>
              <a:cxnLst/>
              <a:rect l="l" t="t" r="r" b="b"/>
              <a:pathLst>
                <a:path w="2694304" h="1763395">
                  <a:moveTo>
                    <a:pt x="0" y="0"/>
                  </a:moveTo>
                  <a:lnTo>
                    <a:pt x="2693779" y="0"/>
                  </a:lnTo>
                  <a:lnTo>
                    <a:pt x="2693779" y="1763315"/>
                  </a:lnTo>
                  <a:lnTo>
                    <a:pt x="0" y="1763315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694347" y="5946164"/>
            <a:ext cx="1932305" cy="153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199"/>
              </a:lnSpc>
              <a:spcBef>
                <a:spcPts val="95"/>
              </a:spcBef>
            </a:pPr>
            <a:r>
              <a:rPr sz="2850" spc="125" dirty="0">
                <a:latin typeface="Cambria"/>
                <a:cs typeface="Cambria"/>
              </a:rPr>
              <a:t>Else</a:t>
            </a:r>
            <a:r>
              <a:rPr sz="2850" spc="40" dirty="0">
                <a:latin typeface="Cambria"/>
                <a:cs typeface="Cambria"/>
              </a:rPr>
              <a:t> </a:t>
            </a:r>
            <a:r>
              <a:rPr sz="1350" spc="1475" dirty="0">
                <a:latin typeface="Arial"/>
                <a:cs typeface="Arial"/>
              </a:rPr>
              <a:t>→ </a:t>
            </a:r>
            <a:r>
              <a:rPr sz="2850" spc="185" dirty="0">
                <a:latin typeface="Cambria"/>
                <a:cs typeface="Cambria"/>
              </a:rPr>
              <a:t>decrement attempts</a:t>
            </a:r>
            <a:endParaRPr sz="2850" dirty="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65517" y="3652889"/>
            <a:ext cx="2808605" cy="1741805"/>
            <a:chOff x="5765517" y="3652889"/>
            <a:chExt cx="2808605" cy="1741805"/>
          </a:xfrm>
        </p:grpSpPr>
        <p:sp>
          <p:nvSpPr>
            <p:cNvPr id="24" name="object 24"/>
            <p:cNvSpPr/>
            <p:nvPr/>
          </p:nvSpPr>
          <p:spPr>
            <a:xfrm>
              <a:off x="5780191" y="3756606"/>
              <a:ext cx="2708910" cy="1628139"/>
            </a:xfrm>
            <a:custGeom>
              <a:avLst/>
              <a:gdLst/>
              <a:ahLst/>
              <a:cxnLst/>
              <a:rect l="l" t="t" r="r" b="b"/>
              <a:pathLst>
                <a:path w="2708909" h="1628139">
                  <a:moveTo>
                    <a:pt x="2708550" y="1627673"/>
                  </a:moveTo>
                  <a:lnTo>
                    <a:pt x="0" y="1627673"/>
                  </a:lnTo>
                  <a:lnTo>
                    <a:pt x="0" y="0"/>
                  </a:lnTo>
                  <a:lnTo>
                    <a:pt x="2708550" y="0"/>
                  </a:lnTo>
                  <a:lnTo>
                    <a:pt x="2708550" y="1627673"/>
                  </a:lnTo>
                  <a:close/>
                </a:path>
              </a:pathLst>
            </a:custGeom>
            <a:solidFill>
              <a:srgbClr val="FEF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22667" y="3710039"/>
              <a:ext cx="2694305" cy="1627505"/>
            </a:xfrm>
            <a:custGeom>
              <a:avLst/>
              <a:gdLst/>
              <a:ahLst/>
              <a:cxnLst/>
              <a:rect l="l" t="t" r="r" b="b"/>
              <a:pathLst>
                <a:path w="2694304" h="1627504">
                  <a:moveTo>
                    <a:pt x="0" y="0"/>
                  </a:moveTo>
                  <a:lnTo>
                    <a:pt x="2693869" y="0"/>
                  </a:lnTo>
                  <a:lnTo>
                    <a:pt x="2693869" y="1627286"/>
                  </a:lnTo>
                  <a:lnTo>
                    <a:pt x="0" y="1627286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147947" y="2534344"/>
            <a:ext cx="4317365" cy="11785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500" spc="215" dirty="0">
                <a:latin typeface="Cambria"/>
                <a:cs typeface="Cambria"/>
              </a:rPr>
              <a:t>Start</a:t>
            </a:r>
            <a:endParaRPr sz="3500">
              <a:latin typeface="Cambria"/>
              <a:cs typeface="Cambria"/>
            </a:endParaRPr>
          </a:p>
          <a:p>
            <a:pPr marL="2263775">
              <a:lnSpc>
                <a:spcPct val="100000"/>
              </a:lnSpc>
              <a:spcBef>
                <a:spcPts val="340"/>
              </a:spcBef>
            </a:pPr>
            <a:r>
              <a:rPr sz="3500" spc="114" dirty="0">
                <a:latin typeface="Cambria"/>
                <a:cs typeface="Cambria"/>
              </a:rPr>
              <a:t>Take</a:t>
            </a:r>
            <a:r>
              <a:rPr sz="3500" spc="45" dirty="0">
                <a:latin typeface="Cambria"/>
                <a:cs typeface="Cambria"/>
              </a:rPr>
              <a:t> </a:t>
            </a:r>
            <a:r>
              <a:rPr sz="3500" spc="170" dirty="0">
                <a:latin typeface="Cambria"/>
                <a:cs typeface="Cambria"/>
              </a:rPr>
              <a:t>user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28194" y="3772799"/>
            <a:ext cx="12077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240" dirty="0">
                <a:latin typeface="Cambria"/>
                <a:cs typeface="Cambria"/>
              </a:rPr>
              <a:t>input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6058" y="3797691"/>
            <a:ext cx="1967864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220" dirty="0">
                <a:latin typeface="Cambria"/>
                <a:cs typeface="Cambria"/>
              </a:rPr>
              <a:t>Compare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34538" y="4416816"/>
            <a:ext cx="15309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spc="200" dirty="0">
                <a:latin typeface="Cambria"/>
                <a:cs typeface="Cambria"/>
              </a:rPr>
              <a:t>strings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27957" y="5100553"/>
            <a:ext cx="1981835" cy="1551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7200"/>
              </a:lnSpc>
              <a:spcBef>
                <a:spcPts val="90"/>
              </a:spcBef>
            </a:pPr>
            <a:r>
              <a:rPr sz="2850" spc="240" dirty="0">
                <a:latin typeface="Cambria"/>
                <a:cs typeface="Cambria"/>
              </a:rPr>
              <a:t>If</a:t>
            </a:r>
            <a:r>
              <a:rPr sz="2850" spc="30" dirty="0">
                <a:latin typeface="Cambria"/>
                <a:cs typeface="Cambria"/>
              </a:rPr>
              <a:t> </a:t>
            </a:r>
            <a:r>
              <a:rPr sz="2850" spc="260" dirty="0">
                <a:latin typeface="Cambria"/>
                <a:cs typeface="Cambria"/>
              </a:rPr>
              <a:t>match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1350" spc="1475" dirty="0">
                <a:latin typeface="Arial"/>
                <a:cs typeface="Arial"/>
              </a:rPr>
              <a:t>→ </a:t>
            </a:r>
            <a:r>
              <a:rPr sz="2850" spc="150" dirty="0">
                <a:latin typeface="Cambria"/>
                <a:cs typeface="Cambria"/>
              </a:rPr>
              <a:t>success </a:t>
            </a:r>
            <a:r>
              <a:rPr sz="2850" spc="185" dirty="0">
                <a:latin typeface="Cambria"/>
                <a:cs typeface="Cambria"/>
              </a:rPr>
              <a:t>message</a:t>
            </a:r>
            <a:endParaRPr sz="2850" dirty="0">
              <a:latin typeface="Cambria"/>
              <a:cs typeface="Cambria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0583" y="4246711"/>
              <a:ext cx="9963149" cy="179069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225</Words>
  <Application>Microsoft Office PowerPoint</Application>
  <PresentationFormat>Custom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</vt:lpstr>
      <vt:lpstr>Verdana</vt:lpstr>
      <vt:lpstr>Office Theme</vt:lpstr>
      <vt:lpstr>FOP group project</vt:lpstr>
      <vt:lpstr>Here's the Mission 007</vt:lpstr>
      <vt:lpstr>Objectives of the project</vt:lpstr>
      <vt:lpstr>GAME LOGIC</vt:lpstr>
      <vt:lpstr>CONCEPTS</vt:lpstr>
      <vt:lpstr>Screenshot  of the working game</vt:lpstr>
      <vt:lpstr>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FOP group porject</dc:title>
  <dc:creator>pixel gaming</dc:creator>
  <cp:keywords>DAHAzd5ejBE,BAERgFLdTnI,0</cp:keywords>
  <cp:lastModifiedBy>Nanda Krishna</cp:lastModifiedBy>
  <cp:revision>2</cp:revision>
  <dcterms:created xsi:type="dcterms:W3CDTF">2026-02-17T17:50:37Z</dcterms:created>
  <dcterms:modified xsi:type="dcterms:W3CDTF">2026-04-23T14:54:31Z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2026-02-17T00:00:00Z</vt:filetime>
  </property>
  <property fmtid="{D5CDD505-2E9C-101B-9397-08002B2CF9AE}" pid="5" name="Producer">
    <vt:lpwstr>Canva</vt:lpwstr>
  </property>
</Properties>
</file>